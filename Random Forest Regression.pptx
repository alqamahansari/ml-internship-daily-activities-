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7995A7-3031-4CCC-89F6-C90F2982EABF}" v="20" dt="2026-02-06T18:24:30.864"/>
    <p1510:client id="{C45A1578-EC99-4013-8839-6210812F0F1C}" v="225" dt="2026-02-06T18:22:06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Alquamah Ansari" userId="bfd4326778c51f46" providerId="LiveId" clId="{4369168F-AC5C-4D01-91B1-7EFE50012A96}"/>
    <pc:docChg chg="undo custSel addSld delSld modSld">
      <pc:chgData name="Mohammad Alquamah Ansari" userId="bfd4326778c51f46" providerId="LiveId" clId="{4369168F-AC5C-4D01-91B1-7EFE50012A96}" dt="2026-02-06T18:24:30.863" v="49"/>
      <pc:docMkLst>
        <pc:docMk/>
      </pc:docMkLst>
      <pc:sldChg chg="delSp modSp mod setBg delDesignElem">
        <pc:chgData name="Mohammad Alquamah Ansari" userId="bfd4326778c51f46" providerId="LiveId" clId="{4369168F-AC5C-4D01-91B1-7EFE50012A96}" dt="2026-02-06T18:23:47.325" v="48" actId="20577"/>
        <pc:sldMkLst>
          <pc:docMk/>
          <pc:sldMk cId="1579928532" sldId="257"/>
        </pc:sldMkLst>
        <pc:spChg chg="mod">
          <ac:chgData name="Mohammad Alquamah Ansari" userId="bfd4326778c51f46" providerId="LiveId" clId="{4369168F-AC5C-4D01-91B1-7EFE50012A96}" dt="2026-02-06T18:23:47.325" v="48" actId="20577"/>
          <ac:spMkLst>
            <pc:docMk/>
            <pc:sldMk cId="1579928532" sldId="257"/>
            <ac:spMk id="2" creationId="{9114B58F-13B3-4C8B-49CF-F1D0E3EE7844}"/>
          </ac:spMkLst>
        </pc:spChg>
        <pc:spChg chg="mod">
          <ac:chgData name="Mohammad Alquamah Ansari" userId="bfd4326778c51f46" providerId="LiveId" clId="{4369168F-AC5C-4D01-91B1-7EFE50012A96}" dt="2026-02-06T18:22:45.031" v="40" actId="27636"/>
          <ac:spMkLst>
            <pc:docMk/>
            <pc:sldMk cId="1579928532" sldId="257"/>
            <ac:spMk id="3" creationId="{014A6351-6E5C-6655-120A-A7F63DD9A68B}"/>
          </ac:spMkLst>
        </pc:spChg>
        <pc:spChg chg="del">
          <ac:chgData name="Mohammad Alquamah Ansari" userId="bfd4326778c51f46" providerId="LiveId" clId="{4369168F-AC5C-4D01-91B1-7EFE50012A96}" dt="2026-02-06T17:56:49.992" v="31"/>
          <ac:spMkLst>
            <pc:docMk/>
            <pc:sldMk cId="1579928532" sldId="257"/>
            <ac:spMk id="9" creationId="{71B2258F-86CA-4D4D-8270-BC05FCDEBFB3}"/>
          </ac:spMkLst>
        </pc:spChg>
      </pc:sldChg>
      <pc:sldChg chg="modSp">
        <pc:chgData name="Mohammad Alquamah Ansari" userId="bfd4326778c51f46" providerId="LiveId" clId="{4369168F-AC5C-4D01-91B1-7EFE50012A96}" dt="2026-02-06T18:24:30.863" v="49"/>
        <pc:sldMkLst>
          <pc:docMk/>
          <pc:sldMk cId="3475799707" sldId="258"/>
        </pc:sldMkLst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3475799707" sldId="258"/>
            <ac:spMk id="2" creationId="{A21AC119-DB52-06AD-475E-F0899FD87343}"/>
          </ac:spMkLst>
        </pc:spChg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3475799707" sldId="258"/>
            <ac:spMk id="3" creationId="{465EBFDB-368F-CEDA-ABFC-3277120D17C7}"/>
          </ac:spMkLst>
        </pc:spChg>
      </pc:sldChg>
      <pc:sldChg chg="modSp">
        <pc:chgData name="Mohammad Alquamah Ansari" userId="bfd4326778c51f46" providerId="LiveId" clId="{4369168F-AC5C-4D01-91B1-7EFE50012A96}" dt="2026-02-06T18:24:30.863" v="49"/>
        <pc:sldMkLst>
          <pc:docMk/>
          <pc:sldMk cId="639646279" sldId="259"/>
        </pc:sldMkLst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639646279" sldId="259"/>
            <ac:spMk id="2" creationId="{31D2C5D5-E4BD-2992-888F-1D9C964BC971}"/>
          </ac:spMkLst>
        </pc:spChg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639646279" sldId="259"/>
            <ac:spMk id="3" creationId="{8F5C0DF9-B055-591C-FF4F-49E51FB529FB}"/>
          </ac:spMkLst>
        </pc:spChg>
      </pc:sldChg>
      <pc:sldChg chg="modSp">
        <pc:chgData name="Mohammad Alquamah Ansari" userId="bfd4326778c51f46" providerId="LiveId" clId="{4369168F-AC5C-4D01-91B1-7EFE50012A96}" dt="2026-02-06T18:24:30.863" v="49"/>
        <pc:sldMkLst>
          <pc:docMk/>
          <pc:sldMk cId="332941061" sldId="260"/>
        </pc:sldMkLst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332941061" sldId="260"/>
            <ac:spMk id="2" creationId="{65422D90-9192-C950-A9BB-621A07B1120D}"/>
          </ac:spMkLst>
        </pc:spChg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332941061" sldId="260"/>
            <ac:spMk id="3" creationId="{2C44FC19-3CF3-900F-D83F-EA7731A701E1}"/>
          </ac:spMkLst>
        </pc:spChg>
      </pc:sldChg>
      <pc:sldChg chg="modSp">
        <pc:chgData name="Mohammad Alquamah Ansari" userId="bfd4326778c51f46" providerId="LiveId" clId="{4369168F-AC5C-4D01-91B1-7EFE50012A96}" dt="2026-02-06T18:24:30.863" v="49"/>
        <pc:sldMkLst>
          <pc:docMk/>
          <pc:sldMk cId="3917301541" sldId="261"/>
        </pc:sldMkLst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3917301541" sldId="261"/>
            <ac:spMk id="2" creationId="{B6018110-A849-46BE-E923-0B1CC2A7E8CF}"/>
          </ac:spMkLst>
        </pc:spChg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3917301541" sldId="261"/>
            <ac:spMk id="3" creationId="{20AAE6D0-D13F-1E73-57EE-87EDED675F28}"/>
          </ac:spMkLst>
        </pc:spChg>
      </pc:sldChg>
      <pc:sldChg chg="modSp">
        <pc:chgData name="Mohammad Alquamah Ansari" userId="bfd4326778c51f46" providerId="LiveId" clId="{4369168F-AC5C-4D01-91B1-7EFE50012A96}" dt="2026-02-06T18:24:30.863" v="49"/>
        <pc:sldMkLst>
          <pc:docMk/>
          <pc:sldMk cId="476940814" sldId="262"/>
        </pc:sldMkLst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476940814" sldId="262"/>
            <ac:spMk id="2" creationId="{64BCF433-4ACF-748E-0B49-A3544CA4D655}"/>
          </ac:spMkLst>
        </pc:spChg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476940814" sldId="262"/>
            <ac:spMk id="3" creationId="{9774963F-A8B4-FF8A-A3B1-4379F076FC0C}"/>
          </ac:spMkLst>
        </pc:spChg>
      </pc:sldChg>
      <pc:sldChg chg="modSp">
        <pc:chgData name="Mohammad Alquamah Ansari" userId="bfd4326778c51f46" providerId="LiveId" clId="{4369168F-AC5C-4D01-91B1-7EFE50012A96}" dt="2026-02-06T18:24:30.863" v="49"/>
        <pc:sldMkLst>
          <pc:docMk/>
          <pc:sldMk cId="2966950625" sldId="263"/>
        </pc:sldMkLst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2966950625" sldId="263"/>
            <ac:spMk id="2" creationId="{D4E82AE5-9CC8-C3D6-95FB-EE845248BC42}"/>
          </ac:spMkLst>
        </pc:spChg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2966950625" sldId="263"/>
            <ac:spMk id="3" creationId="{A86476ED-581A-1EE3-5BDD-DBE8B88E6B1D}"/>
          </ac:spMkLst>
        </pc:spChg>
      </pc:sldChg>
      <pc:sldChg chg="modSp">
        <pc:chgData name="Mohammad Alquamah Ansari" userId="bfd4326778c51f46" providerId="LiveId" clId="{4369168F-AC5C-4D01-91B1-7EFE50012A96}" dt="2026-02-06T18:24:30.863" v="49"/>
        <pc:sldMkLst>
          <pc:docMk/>
          <pc:sldMk cId="2973750741" sldId="264"/>
        </pc:sldMkLst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2973750741" sldId="264"/>
            <ac:spMk id="2" creationId="{C7B31D45-3A7C-31F9-2DCD-C7B7F6327C3B}"/>
          </ac:spMkLst>
        </pc:spChg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2973750741" sldId="264"/>
            <ac:spMk id="3" creationId="{7182BF25-0E15-C719-8E66-2AE07D59211E}"/>
          </ac:spMkLst>
        </pc:spChg>
      </pc:sldChg>
      <pc:sldChg chg="modSp">
        <pc:chgData name="Mohammad Alquamah Ansari" userId="bfd4326778c51f46" providerId="LiveId" clId="{4369168F-AC5C-4D01-91B1-7EFE50012A96}" dt="2026-02-06T18:24:30.863" v="49"/>
        <pc:sldMkLst>
          <pc:docMk/>
          <pc:sldMk cId="1506368550" sldId="265"/>
        </pc:sldMkLst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1506368550" sldId="265"/>
            <ac:spMk id="2" creationId="{238ECA5F-F206-A7D3-9EF2-B2812C949B21}"/>
          </ac:spMkLst>
        </pc:spChg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1506368550" sldId="265"/>
            <ac:spMk id="3" creationId="{93C03A31-953F-83B4-0A60-6795439C4F69}"/>
          </ac:spMkLst>
        </pc:spChg>
      </pc:sldChg>
      <pc:sldChg chg="modSp">
        <pc:chgData name="Mohammad Alquamah Ansari" userId="bfd4326778c51f46" providerId="LiveId" clId="{4369168F-AC5C-4D01-91B1-7EFE50012A96}" dt="2026-02-06T18:24:30.863" v="49"/>
        <pc:sldMkLst>
          <pc:docMk/>
          <pc:sldMk cId="1887939524" sldId="266"/>
        </pc:sldMkLst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1887939524" sldId="266"/>
            <ac:spMk id="2" creationId="{ADB8C29F-9EC3-DA47-2483-3A9ED6357DAC}"/>
          </ac:spMkLst>
        </pc:spChg>
        <pc:spChg chg="mod">
          <ac:chgData name="Mohammad Alquamah Ansari" userId="bfd4326778c51f46" providerId="LiveId" clId="{4369168F-AC5C-4D01-91B1-7EFE50012A96}" dt="2026-02-06T18:24:30.863" v="49"/>
          <ac:spMkLst>
            <pc:docMk/>
            <pc:sldMk cId="1887939524" sldId="266"/>
            <ac:spMk id="3" creationId="{5432DDB5-7A1C-E57D-465E-2E916B5627ED}"/>
          </ac:spMkLst>
        </pc:spChg>
      </pc:sldChg>
      <pc:sldChg chg="modSp add del mod">
        <pc:chgData name="Mohammad Alquamah Ansari" userId="bfd4326778c51f46" providerId="LiveId" clId="{4369168F-AC5C-4D01-91B1-7EFE50012A96}" dt="2026-02-06T18:23:39.465" v="46" actId="2696"/>
        <pc:sldMkLst>
          <pc:docMk/>
          <pc:sldMk cId="789870077" sldId="267"/>
        </pc:sldMkLst>
        <pc:spChg chg="mod">
          <ac:chgData name="Mohammad Alquamah Ansari" userId="bfd4326778c51f46" providerId="LiveId" clId="{4369168F-AC5C-4D01-91B1-7EFE50012A96}" dt="2026-02-06T18:22:45.062" v="42" actId="27636"/>
          <ac:spMkLst>
            <pc:docMk/>
            <pc:sldMk cId="789870077" sldId="267"/>
            <ac:spMk id="2" creationId="{4F9CC47A-6FCE-9C65-8EE4-F469BD114E24}"/>
          </ac:spMkLst>
        </pc:spChg>
        <pc:spChg chg="mod">
          <ac:chgData name="Mohammad Alquamah Ansari" userId="bfd4326778c51f46" providerId="LiveId" clId="{4369168F-AC5C-4D01-91B1-7EFE50012A96}" dt="2026-02-06T18:22:45.065" v="43" actId="27636"/>
          <ac:spMkLst>
            <pc:docMk/>
            <pc:sldMk cId="789870077" sldId="267"/>
            <ac:spMk id="3" creationId="{AB2B4DF5-97D2-4738-BF6A-03866C59F3E9}"/>
          </ac:spMkLst>
        </pc:spChg>
      </pc:sldChg>
    </pc:docChg>
  </pc:docChgLst>
  <pc:docChgLst>
    <pc:chgData name="Mohammad Alquamah Ansari" userId="bfd4326778c51f46" providerId="Windows Live" clId="Web-{C45A1578-EC99-4013-8839-6210812F0F1C}"/>
    <pc:docChg chg="mod addSld delSld modSld addMainMaster delMainMaster">
      <pc:chgData name="Mohammad Alquamah Ansari" userId="bfd4326778c51f46" providerId="Windows Live" clId="Web-{C45A1578-EC99-4013-8839-6210812F0F1C}" dt="2026-02-06T18:22:06.161" v="214"/>
      <pc:docMkLst>
        <pc:docMk/>
      </pc:docMkLst>
      <pc:sldChg chg="addSp delSp modSp mod setBg modClrScheme setClrOvrMap delDesignElem chgLayout">
        <pc:chgData name="Mohammad Alquamah Ansari" userId="bfd4326778c51f46" providerId="Windows Live" clId="Web-{C45A1578-EC99-4013-8839-6210812F0F1C}" dt="2026-02-06T18:22:03.739" v="213" actId="20577"/>
        <pc:sldMkLst>
          <pc:docMk/>
          <pc:sldMk cId="1579928532" sldId="257"/>
        </pc:sldMkLst>
        <pc:spChg chg="mod ord">
          <ac:chgData name="Mohammad Alquamah Ansari" userId="bfd4326778c51f46" providerId="Windows Live" clId="Web-{C45A1578-EC99-4013-8839-6210812F0F1C}" dt="2026-02-06T18:21:58.254" v="211" actId="20577"/>
          <ac:spMkLst>
            <pc:docMk/>
            <pc:sldMk cId="1579928532" sldId="257"/>
            <ac:spMk id="2" creationId="{9114B58F-13B3-4C8B-49CF-F1D0E3EE7844}"/>
          </ac:spMkLst>
        </pc:spChg>
        <pc:spChg chg="mod ord">
          <ac:chgData name="Mohammad Alquamah Ansari" userId="bfd4326778c51f46" providerId="Windows Live" clId="Web-{C45A1578-EC99-4013-8839-6210812F0F1C}" dt="2026-02-06T18:22:03.739" v="213" actId="20577"/>
          <ac:spMkLst>
            <pc:docMk/>
            <pc:sldMk cId="1579928532" sldId="257"/>
            <ac:spMk id="3" creationId="{014A6351-6E5C-6655-120A-A7F63DD9A68B}"/>
          </ac:spMkLst>
        </pc:spChg>
        <pc:spChg chg="add del">
          <ac:chgData name="Mohammad Alquamah Ansari" userId="bfd4326778c51f46" providerId="Windows Live" clId="Web-{C45A1578-EC99-4013-8839-6210812F0F1C}" dt="2026-02-06T17:55:59.522" v="147"/>
          <ac:spMkLst>
            <pc:docMk/>
            <pc:sldMk cId="1579928532" sldId="257"/>
            <ac:spMk id="9" creationId="{71B2258F-86CA-4D4D-8270-BC05FCDEBFB3}"/>
          </ac:spMkLst>
        </pc:spChg>
        <pc:picChg chg="add del mod">
          <ac:chgData name="Mohammad Alquamah Ansari" userId="bfd4326778c51f46" providerId="Windows Live" clId="Web-{C45A1578-EC99-4013-8839-6210812F0F1C}" dt="2026-02-06T18:20:34.017" v="199"/>
          <ac:picMkLst>
            <pc:docMk/>
            <pc:sldMk cId="1579928532" sldId="257"/>
            <ac:picMk id="5" creationId="{C1E9A313-A47D-3E66-2D2F-F922ECDA9511}"/>
          </ac:picMkLst>
        </pc:picChg>
      </pc:sldChg>
      <pc:sldChg chg="addSp delSp modSp mod setBg modClrScheme chgLayout">
        <pc:chgData name="Mohammad Alquamah Ansari" userId="bfd4326778c51f46" providerId="Windows Live" clId="Web-{C45A1578-EC99-4013-8839-6210812F0F1C}" dt="2026-02-06T18:19:23.624" v="195" actId="20577"/>
        <pc:sldMkLst>
          <pc:docMk/>
          <pc:sldMk cId="3475799707" sldId="258"/>
        </pc:sldMkLst>
        <pc:spChg chg="mod ord">
          <ac:chgData name="Mohammad Alquamah Ansari" userId="bfd4326778c51f46" providerId="Windows Live" clId="Web-{C45A1578-EC99-4013-8839-6210812F0F1C}" dt="2026-02-06T18:19:23.624" v="195" actId="20577"/>
          <ac:spMkLst>
            <pc:docMk/>
            <pc:sldMk cId="3475799707" sldId="258"/>
            <ac:spMk id="2" creationId="{A21AC119-DB52-06AD-475E-F0899FD87343}"/>
          </ac:spMkLst>
        </pc:spChg>
        <pc:spChg chg="add del mod ord">
          <ac:chgData name="Mohammad Alquamah Ansari" userId="bfd4326778c51f46" providerId="Windows Live" clId="Web-{C45A1578-EC99-4013-8839-6210812F0F1C}" dt="2026-02-06T17:55:59.522" v="147"/>
          <ac:spMkLst>
            <pc:docMk/>
            <pc:sldMk cId="3475799707" sldId="258"/>
            <ac:spMk id="3" creationId="{465EBFDB-368F-CEDA-ABFC-3277120D17C7}"/>
          </ac:spMkLst>
        </pc:spChg>
        <pc:spChg chg="add del">
          <ac:chgData name="Mohammad Alquamah Ansari" userId="bfd4326778c51f46" providerId="Windows Live" clId="Web-{C45A1578-EC99-4013-8839-6210812F0F1C}" dt="2026-02-06T17:43:18.545" v="46"/>
          <ac:spMkLst>
            <pc:docMk/>
            <pc:sldMk cId="3475799707" sldId="258"/>
            <ac:spMk id="9" creationId="{BACC6370-2D7E-4714-9D71-7542949D7D5D}"/>
          </ac:spMkLst>
        </pc:spChg>
        <pc:spChg chg="add del">
          <ac:chgData name="Mohammad Alquamah Ansari" userId="bfd4326778c51f46" providerId="Windows Live" clId="Web-{C45A1578-EC99-4013-8839-6210812F0F1C}" dt="2026-02-06T17:43:18.545" v="46"/>
          <ac:spMkLst>
            <pc:docMk/>
            <pc:sldMk cId="3475799707" sldId="258"/>
            <ac:spMk id="11" creationId="{F68B3F68-107C-434F-AA38-110D5EA91B85}"/>
          </ac:spMkLst>
        </pc:spChg>
        <pc:spChg chg="add del">
          <ac:chgData name="Mohammad Alquamah Ansari" userId="bfd4326778c51f46" providerId="Windows Live" clId="Web-{C45A1578-EC99-4013-8839-6210812F0F1C}" dt="2026-02-06T17:43:18.545" v="46"/>
          <ac:spMkLst>
            <pc:docMk/>
            <pc:sldMk cId="3475799707" sldId="258"/>
            <ac:spMk id="13" creationId="{AAD0DBB9-1A4B-4391-81D4-CB19F9AB918A}"/>
          </ac:spMkLst>
        </pc:spChg>
        <pc:spChg chg="add del">
          <ac:chgData name="Mohammad Alquamah Ansari" userId="bfd4326778c51f46" providerId="Windows Live" clId="Web-{C45A1578-EC99-4013-8839-6210812F0F1C}" dt="2026-02-06T17:43:18.545" v="46"/>
          <ac:spMkLst>
            <pc:docMk/>
            <pc:sldMk cId="3475799707" sldId="258"/>
            <ac:spMk id="15" creationId="{063BBA22-50EA-4C4D-BE05-F1CE4E63AA56}"/>
          </ac:spMkLst>
        </pc:spChg>
        <pc:graphicFrameChg chg="add del modGraphic">
          <ac:chgData name="Mohammad Alquamah Ansari" userId="bfd4326778c51f46" providerId="Windows Live" clId="Web-{C45A1578-EC99-4013-8839-6210812F0F1C}" dt="2026-02-06T17:43:18.545" v="46"/>
          <ac:graphicFrameMkLst>
            <pc:docMk/>
            <pc:sldMk cId="3475799707" sldId="258"/>
            <ac:graphicFrameMk id="5" creationId="{7C44BD8C-22FD-12AF-16EC-CB1503D2AD3F}"/>
          </ac:graphicFrameMkLst>
        </pc:graphicFrameChg>
        <pc:graphicFrameChg chg="add del">
          <ac:chgData name="Mohammad Alquamah Ansari" userId="bfd4326778c51f46" providerId="Windows Live" clId="Web-{C45A1578-EC99-4013-8839-6210812F0F1C}" dt="2026-02-06T17:55:32.397" v="142"/>
          <ac:graphicFrameMkLst>
            <pc:docMk/>
            <pc:sldMk cId="3475799707" sldId="258"/>
            <ac:graphicFrameMk id="6" creationId="{B40DD0B7-3995-01BB-256F-CF81F47D672E}"/>
          </ac:graphicFrameMkLst>
        </pc:graphicFrameChg>
      </pc:sldChg>
      <pc:sldChg chg="addSp delSp modSp mod setBg modClrScheme chgLayout">
        <pc:chgData name="Mohammad Alquamah Ansari" userId="bfd4326778c51f46" providerId="Windows Live" clId="Web-{C45A1578-EC99-4013-8839-6210812F0F1C}" dt="2026-02-06T18:19:15.936" v="194" actId="20577"/>
        <pc:sldMkLst>
          <pc:docMk/>
          <pc:sldMk cId="639646279" sldId="259"/>
        </pc:sldMkLst>
        <pc:spChg chg="mod ord">
          <ac:chgData name="Mohammad Alquamah Ansari" userId="bfd4326778c51f46" providerId="Windows Live" clId="Web-{C45A1578-EC99-4013-8839-6210812F0F1C}" dt="2026-02-06T18:19:15.936" v="194" actId="20577"/>
          <ac:spMkLst>
            <pc:docMk/>
            <pc:sldMk cId="639646279" sldId="259"/>
            <ac:spMk id="2" creationId="{31D2C5D5-E4BD-2992-888F-1D9C964BC971}"/>
          </ac:spMkLst>
        </pc:spChg>
        <pc:spChg chg="add del mod ord">
          <ac:chgData name="Mohammad Alquamah Ansari" userId="bfd4326778c51f46" providerId="Windows Live" clId="Web-{C45A1578-EC99-4013-8839-6210812F0F1C}" dt="2026-02-06T18:18:08.741" v="171"/>
          <ac:spMkLst>
            <pc:docMk/>
            <pc:sldMk cId="639646279" sldId="259"/>
            <ac:spMk id="3" creationId="{8F5C0DF9-B055-591C-FF4F-49E51FB529FB}"/>
          </ac:spMkLst>
        </pc:spChg>
        <pc:spChg chg="add del">
          <ac:chgData name="Mohammad Alquamah Ansari" userId="bfd4326778c51f46" providerId="Windows Live" clId="Web-{C45A1578-EC99-4013-8839-6210812F0F1C}" dt="2026-02-06T17:42:10.150" v="28"/>
          <ac:spMkLst>
            <pc:docMk/>
            <pc:sldMk cId="639646279" sldId="259"/>
            <ac:spMk id="9" creationId="{BACC6370-2D7E-4714-9D71-7542949D7D5D}"/>
          </ac:spMkLst>
        </pc:spChg>
        <pc:spChg chg="add del">
          <ac:chgData name="Mohammad Alquamah Ansari" userId="bfd4326778c51f46" providerId="Windows Live" clId="Web-{C45A1578-EC99-4013-8839-6210812F0F1C}" dt="2026-02-06T17:42:10.150" v="28"/>
          <ac:spMkLst>
            <pc:docMk/>
            <pc:sldMk cId="639646279" sldId="259"/>
            <ac:spMk id="11" creationId="{F68B3F68-107C-434F-AA38-110D5EA91B85}"/>
          </ac:spMkLst>
        </pc:spChg>
        <pc:spChg chg="add del">
          <ac:chgData name="Mohammad Alquamah Ansari" userId="bfd4326778c51f46" providerId="Windows Live" clId="Web-{C45A1578-EC99-4013-8839-6210812F0F1C}" dt="2026-02-06T17:42:10.150" v="28"/>
          <ac:spMkLst>
            <pc:docMk/>
            <pc:sldMk cId="639646279" sldId="259"/>
            <ac:spMk id="13" creationId="{AAD0DBB9-1A4B-4391-81D4-CB19F9AB918A}"/>
          </ac:spMkLst>
        </pc:spChg>
        <pc:spChg chg="add del">
          <ac:chgData name="Mohammad Alquamah Ansari" userId="bfd4326778c51f46" providerId="Windows Live" clId="Web-{C45A1578-EC99-4013-8839-6210812F0F1C}" dt="2026-02-06T17:42:10.150" v="28"/>
          <ac:spMkLst>
            <pc:docMk/>
            <pc:sldMk cId="639646279" sldId="259"/>
            <ac:spMk id="15" creationId="{063BBA22-50EA-4C4D-BE05-F1CE4E63AA56}"/>
          </ac:spMkLst>
        </pc:spChg>
        <pc:graphicFrameChg chg="add del">
          <ac:chgData name="Mohammad Alquamah Ansari" userId="bfd4326778c51f46" providerId="Windows Live" clId="Web-{C45A1578-EC99-4013-8839-6210812F0F1C}" dt="2026-02-06T17:42:10.150" v="28"/>
          <ac:graphicFrameMkLst>
            <pc:docMk/>
            <pc:sldMk cId="639646279" sldId="259"/>
            <ac:graphicFrameMk id="5" creationId="{F50302E4-18BE-3559-D912-3E2E8451AD22}"/>
          </ac:graphicFrameMkLst>
        </pc:graphicFrameChg>
        <pc:graphicFrameChg chg="add del">
          <ac:chgData name="Mohammad Alquamah Ansari" userId="bfd4326778c51f46" providerId="Windows Live" clId="Web-{C45A1578-EC99-4013-8839-6210812F0F1C}" dt="2026-02-06T17:55:26.943" v="141"/>
          <ac:graphicFrameMkLst>
            <pc:docMk/>
            <pc:sldMk cId="639646279" sldId="259"/>
            <ac:graphicFrameMk id="6" creationId="{8C336A9C-312A-5AF6-03F5-7A083A4F67AE}"/>
          </ac:graphicFrameMkLst>
        </pc:graphicFrameChg>
        <pc:graphicFrameChg chg="add del">
          <ac:chgData name="Mohammad Alquamah Ansari" userId="bfd4326778c51f46" providerId="Windows Live" clId="Web-{C45A1578-EC99-4013-8839-6210812F0F1C}" dt="2026-02-06T18:18:08.741" v="171"/>
          <ac:graphicFrameMkLst>
            <pc:docMk/>
            <pc:sldMk cId="639646279" sldId="259"/>
            <ac:graphicFrameMk id="7" creationId="{6FC2DF58-0BE1-2C81-9023-D3784475F651}"/>
          </ac:graphicFrameMkLst>
        </pc:graphicFrameChg>
      </pc:sldChg>
      <pc:sldChg chg="modSp mod modClrScheme chgLayout">
        <pc:chgData name="Mohammad Alquamah Ansari" userId="bfd4326778c51f46" providerId="Windows Live" clId="Web-{C45A1578-EC99-4013-8839-6210812F0F1C}" dt="2026-02-06T18:19:10.983" v="193" actId="20577"/>
        <pc:sldMkLst>
          <pc:docMk/>
          <pc:sldMk cId="332941061" sldId="260"/>
        </pc:sldMkLst>
        <pc:spChg chg="mod ord">
          <ac:chgData name="Mohammad Alquamah Ansari" userId="bfd4326778c51f46" providerId="Windows Live" clId="Web-{C45A1578-EC99-4013-8839-6210812F0F1C}" dt="2026-02-06T18:19:10.983" v="193" actId="20577"/>
          <ac:spMkLst>
            <pc:docMk/>
            <pc:sldMk cId="332941061" sldId="260"/>
            <ac:spMk id="2" creationId="{65422D90-9192-C950-A9BB-621A07B1120D}"/>
          </ac:spMkLst>
        </pc:spChg>
        <pc:spChg chg="mod ord">
          <ac:chgData name="Mohammad Alquamah Ansari" userId="bfd4326778c51f46" providerId="Windows Live" clId="Web-{C45A1578-EC99-4013-8839-6210812F0F1C}" dt="2026-02-06T17:55:59.522" v="147"/>
          <ac:spMkLst>
            <pc:docMk/>
            <pc:sldMk cId="332941061" sldId="260"/>
            <ac:spMk id="3" creationId="{2C44FC19-3CF3-900F-D83F-EA7731A701E1}"/>
          </ac:spMkLst>
        </pc:spChg>
      </pc:sldChg>
      <pc:sldChg chg="modSp mod modClrScheme chgLayout">
        <pc:chgData name="Mohammad Alquamah Ansari" userId="bfd4326778c51f46" providerId="Windows Live" clId="Web-{C45A1578-EC99-4013-8839-6210812F0F1C}" dt="2026-02-06T18:19:05.748" v="192" actId="20577"/>
        <pc:sldMkLst>
          <pc:docMk/>
          <pc:sldMk cId="3917301541" sldId="261"/>
        </pc:sldMkLst>
        <pc:spChg chg="mod ord">
          <ac:chgData name="Mohammad Alquamah Ansari" userId="bfd4326778c51f46" providerId="Windows Live" clId="Web-{C45A1578-EC99-4013-8839-6210812F0F1C}" dt="2026-02-06T18:19:05.748" v="192" actId="20577"/>
          <ac:spMkLst>
            <pc:docMk/>
            <pc:sldMk cId="3917301541" sldId="261"/>
            <ac:spMk id="2" creationId="{B6018110-A849-46BE-E923-0B1CC2A7E8CF}"/>
          </ac:spMkLst>
        </pc:spChg>
        <pc:spChg chg="mod ord">
          <ac:chgData name="Mohammad Alquamah Ansari" userId="bfd4326778c51f46" providerId="Windows Live" clId="Web-{C45A1578-EC99-4013-8839-6210812F0F1C}" dt="2026-02-06T17:55:59.522" v="147"/>
          <ac:spMkLst>
            <pc:docMk/>
            <pc:sldMk cId="3917301541" sldId="261"/>
            <ac:spMk id="3" creationId="{20AAE6D0-D13F-1E73-57EE-87EDED675F28}"/>
          </ac:spMkLst>
        </pc:spChg>
      </pc:sldChg>
      <pc:sldChg chg="modSp mod modClrScheme chgLayout">
        <pc:chgData name="Mohammad Alquamah Ansari" userId="bfd4326778c51f46" providerId="Windows Live" clId="Web-{C45A1578-EC99-4013-8839-6210812F0F1C}" dt="2026-02-06T18:18:59.920" v="191" actId="20577"/>
        <pc:sldMkLst>
          <pc:docMk/>
          <pc:sldMk cId="476940814" sldId="262"/>
        </pc:sldMkLst>
        <pc:spChg chg="mod ord">
          <ac:chgData name="Mohammad Alquamah Ansari" userId="bfd4326778c51f46" providerId="Windows Live" clId="Web-{C45A1578-EC99-4013-8839-6210812F0F1C}" dt="2026-02-06T18:18:59.920" v="191" actId="20577"/>
          <ac:spMkLst>
            <pc:docMk/>
            <pc:sldMk cId="476940814" sldId="262"/>
            <ac:spMk id="2" creationId="{64BCF433-4ACF-748E-0B49-A3544CA4D655}"/>
          </ac:spMkLst>
        </pc:spChg>
        <pc:spChg chg="mod ord">
          <ac:chgData name="Mohammad Alquamah Ansari" userId="bfd4326778c51f46" providerId="Windows Live" clId="Web-{C45A1578-EC99-4013-8839-6210812F0F1C}" dt="2026-02-06T17:55:59.522" v="147"/>
          <ac:spMkLst>
            <pc:docMk/>
            <pc:sldMk cId="476940814" sldId="262"/>
            <ac:spMk id="3" creationId="{9774963F-A8B4-FF8A-A3B1-4379F076FC0C}"/>
          </ac:spMkLst>
        </pc:spChg>
      </pc:sldChg>
      <pc:sldChg chg="addSp delSp modSp mod modClrScheme chgLayout">
        <pc:chgData name="Mohammad Alquamah Ansari" userId="bfd4326778c51f46" providerId="Windows Live" clId="Web-{C45A1578-EC99-4013-8839-6210812F0F1C}" dt="2026-02-06T18:18:54.342" v="190" actId="20577"/>
        <pc:sldMkLst>
          <pc:docMk/>
          <pc:sldMk cId="2966950625" sldId="263"/>
        </pc:sldMkLst>
        <pc:spChg chg="mod ord">
          <ac:chgData name="Mohammad Alquamah Ansari" userId="bfd4326778c51f46" providerId="Windows Live" clId="Web-{C45A1578-EC99-4013-8839-6210812F0F1C}" dt="2026-02-06T18:18:54.342" v="190" actId="20577"/>
          <ac:spMkLst>
            <pc:docMk/>
            <pc:sldMk cId="2966950625" sldId="263"/>
            <ac:spMk id="2" creationId="{D4E82AE5-9CC8-C3D6-95FB-EE845248BC42}"/>
          </ac:spMkLst>
        </pc:spChg>
        <pc:spChg chg="add del mod ord">
          <ac:chgData name="Mohammad Alquamah Ansari" userId="bfd4326778c51f46" providerId="Windows Live" clId="Web-{C45A1578-EC99-4013-8839-6210812F0F1C}" dt="2026-02-06T18:18:22.179" v="183"/>
          <ac:spMkLst>
            <pc:docMk/>
            <pc:sldMk cId="2966950625" sldId="263"/>
            <ac:spMk id="3" creationId="{A86476ED-581A-1EE3-5BDD-DBE8B88E6B1D}"/>
          </ac:spMkLst>
        </pc:spChg>
        <pc:graphicFrameChg chg="add del">
          <ac:chgData name="Mohammad Alquamah Ansari" userId="bfd4326778c51f46" providerId="Windows Live" clId="Web-{C45A1578-EC99-4013-8839-6210812F0F1C}" dt="2026-02-06T18:02:02.216" v="152"/>
          <ac:graphicFrameMkLst>
            <pc:docMk/>
            <pc:sldMk cId="2966950625" sldId="263"/>
            <ac:graphicFrameMk id="5" creationId="{4206AC8D-993E-095D-7415-6A5F8E96E91B}"/>
          </ac:graphicFrameMkLst>
        </pc:graphicFrameChg>
        <pc:graphicFrameChg chg="add del">
          <ac:chgData name="Mohammad Alquamah Ansari" userId="bfd4326778c51f46" providerId="Windows Live" clId="Web-{C45A1578-EC99-4013-8839-6210812F0F1C}" dt="2026-02-06T18:18:22.179" v="183"/>
          <ac:graphicFrameMkLst>
            <pc:docMk/>
            <pc:sldMk cId="2966950625" sldId="263"/>
            <ac:graphicFrameMk id="7" creationId="{D55820F7-B5CE-7D17-A8BA-2AF99A6F857C}"/>
          </ac:graphicFrameMkLst>
        </pc:graphicFrameChg>
      </pc:sldChg>
      <pc:sldChg chg="addSp delSp modSp mod setBg modClrScheme chgLayout">
        <pc:chgData name="Mohammad Alquamah Ansari" userId="bfd4326778c51f46" providerId="Windows Live" clId="Web-{C45A1578-EC99-4013-8839-6210812F0F1C}" dt="2026-02-06T18:18:49.638" v="189" actId="20577"/>
        <pc:sldMkLst>
          <pc:docMk/>
          <pc:sldMk cId="2973750741" sldId="264"/>
        </pc:sldMkLst>
        <pc:spChg chg="mod ord">
          <ac:chgData name="Mohammad Alquamah Ansari" userId="bfd4326778c51f46" providerId="Windows Live" clId="Web-{C45A1578-EC99-4013-8839-6210812F0F1C}" dt="2026-02-06T18:18:49.638" v="189" actId="20577"/>
          <ac:spMkLst>
            <pc:docMk/>
            <pc:sldMk cId="2973750741" sldId="264"/>
            <ac:spMk id="2" creationId="{C7B31D45-3A7C-31F9-2DCD-C7B7F6327C3B}"/>
          </ac:spMkLst>
        </pc:spChg>
        <pc:spChg chg="add del mod ord">
          <ac:chgData name="Mohammad Alquamah Ansari" userId="bfd4326778c51f46" providerId="Windows Live" clId="Web-{C45A1578-EC99-4013-8839-6210812F0F1C}" dt="2026-02-06T18:18:31.023" v="186"/>
          <ac:spMkLst>
            <pc:docMk/>
            <pc:sldMk cId="2973750741" sldId="264"/>
            <ac:spMk id="3" creationId="{7182BF25-0E15-C719-8E66-2AE07D59211E}"/>
          </ac:spMkLst>
        </pc:spChg>
        <pc:spChg chg="add del">
          <ac:chgData name="Mohammad Alquamah Ansari" userId="bfd4326778c51f46" providerId="Windows Live" clId="Web-{C45A1578-EC99-4013-8839-6210812F0F1C}" dt="2026-02-06T17:55:38.678" v="144"/>
          <ac:spMkLst>
            <pc:docMk/>
            <pc:sldMk cId="2973750741" sldId="264"/>
            <ac:spMk id="9" creationId="{BACC6370-2D7E-4714-9D71-7542949D7D5D}"/>
          </ac:spMkLst>
        </pc:spChg>
        <pc:spChg chg="add del">
          <ac:chgData name="Mohammad Alquamah Ansari" userId="bfd4326778c51f46" providerId="Windows Live" clId="Web-{C45A1578-EC99-4013-8839-6210812F0F1C}" dt="2026-02-06T17:55:38.678" v="144"/>
          <ac:spMkLst>
            <pc:docMk/>
            <pc:sldMk cId="2973750741" sldId="264"/>
            <ac:spMk id="11" creationId="{F68B3F68-107C-434F-AA38-110D5EA91B85}"/>
          </ac:spMkLst>
        </pc:spChg>
        <pc:spChg chg="add del">
          <ac:chgData name="Mohammad Alquamah Ansari" userId="bfd4326778c51f46" providerId="Windows Live" clId="Web-{C45A1578-EC99-4013-8839-6210812F0F1C}" dt="2026-02-06T17:55:38.678" v="144"/>
          <ac:spMkLst>
            <pc:docMk/>
            <pc:sldMk cId="2973750741" sldId="264"/>
            <ac:spMk id="13" creationId="{AAD0DBB9-1A4B-4391-81D4-CB19F9AB918A}"/>
          </ac:spMkLst>
        </pc:spChg>
        <pc:spChg chg="add del">
          <ac:chgData name="Mohammad Alquamah Ansari" userId="bfd4326778c51f46" providerId="Windows Live" clId="Web-{C45A1578-EC99-4013-8839-6210812F0F1C}" dt="2026-02-06T17:55:38.678" v="144"/>
          <ac:spMkLst>
            <pc:docMk/>
            <pc:sldMk cId="2973750741" sldId="264"/>
            <ac:spMk id="15" creationId="{063BBA22-50EA-4C4D-BE05-F1CE4E63AA56}"/>
          </ac:spMkLst>
        </pc:spChg>
        <pc:graphicFrameChg chg="add del">
          <ac:chgData name="Mohammad Alquamah Ansari" userId="bfd4326778c51f46" providerId="Windows Live" clId="Web-{C45A1578-EC99-4013-8839-6210812F0F1C}" dt="2026-02-06T17:55:38.678" v="144"/>
          <ac:graphicFrameMkLst>
            <pc:docMk/>
            <pc:sldMk cId="2973750741" sldId="264"/>
            <ac:graphicFrameMk id="5" creationId="{51899EF7-D9C6-DC15-6532-F5B98588E8A2}"/>
          </ac:graphicFrameMkLst>
        </pc:graphicFrameChg>
        <pc:graphicFrameChg chg="add del modGraphic">
          <ac:chgData name="Mohammad Alquamah Ansari" userId="bfd4326778c51f46" providerId="Windows Live" clId="Web-{C45A1578-EC99-4013-8839-6210812F0F1C}" dt="2026-02-06T18:18:31.023" v="186"/>
          <ac:graphicFrameMkLst>
            <pc:docMk/>
            <pc:sldMk cId="2973750741" sldId="264"/>
            <ac:graphicFrameMk id="6" creationId="{003E7CA7-9FEB-BC45-99DE-A2495AF3FADE}"/>
          </ac:graphicFrameMkLst>
        </pc:graphicFrameChg>
      </pc:sldChg>
      <pc:sldChg chg="addSp delSp modSp mod setBg modClrScheme chgLayout">
        <pc:chgData name="Mohammad Alquamah Ansari" userId="bfd4326778c51f46" providerId="Windows Live" clId="Web-{C45A1578-EC99-4013-8839-6210812F0F1C}" dt="2026-02-06T18:18:43.826" v="188" actId="20577"/>
        <pc:sldMkLst>
          <pc:docMk/>
          <pc:sldMk cId="1506368550" sldId="265"/>
        </pc:sldMkLst>
        <pc:spChg chg="mod ord">
          <ac:chgData name="Mohammad Alquamah Ansari" userId="bfd4326778c51f46" providerId="Windows Live" clId="Web-{C45A1578-EC99-4013-8839-6210812F0F1C}" dt="2026-02-06T18:18:43.826" v="188" actId="20577"/>
          <ac:spMkLst>
            <pc:docMk/>
            <pc:sldMk cId="1506368550" sldId="265"/>
            <ac:spMk id="2" creationId="{238ECA5F-F206-A7D3-9EF2-B2812C949B21}"/>
          </ac:spMkLst>
        </pc:spChg>
        <pc:spChg chg="add del mod ord">
          <ac:chgData name="Mohammad Alquamah Ansari" userId="bfd4326778c51f46" providerId="Windows Live" clId="Web-{C45A1578-EC99-4013-8839-6210812F0F1C}" dt="2026-02-06T18:18:28.039" v="185"/>
          <ac:spMkLst>
            <pc:docMk/>
            <pc:sldMk cId="1506368550" sldId="265"/>
            <ac:spMk id="3" creationId="{93C03A31-953F-83B4-0A60-6795439C4F69}"/>
          </ac:spMkLst>
        </pc:spChg>
        <pc:spChg chg="add del">
          <ac:chgData name="Mohammad Alquamah Ansari" userId="bfd4326778c51f46" providerId="Windows Live" clId="Web-{C45A1578-EC99-4013-8839-6210812F0F1C}" dt="2026-02-06T18:18:28.039" v="185"/>
          <ac:spMkLst>
            <pc:docMk/>
            <pc:sldMk cId="1506368550" sldId="265"/>
            <ac:spMk id="10" creationId="{B50AB553-2A96-4A92-96F2-93548E096954}"/>
          </ac:spMkLst>
        </pc:spChg>
        <pc:graphicFrameChg chg="add del">
          <ac:chgData name="Mohammad Alquamah Ansari" userId="bfd4326778c51f46" providerId="Windows Live" clId="Web-{C45A1578-EC99-4013-8839-6210812F0F1C}" dt="2026-02-06T17:55:36.053" v="143"/>
          <ac:graphicFrameMkLst>
            <pc:docMk/>
            <pc:sldMk cId="1506368550" sldId="265"/>
            <ac:graphicFrameMk id="5" creationId="{513B3224-187D-3910-B889-F919904F973A}"/>
          </ac:graphicFrameMkLst>
        </pc:graphicFrameChg>
        <pc:graphicFrameChg chg="add del">
          <ac:chgData name="Mohammad Alquamah Ansari" userId="bfd4326778c51f46" providerId="Windows Live" clId="Web-{C45A1578-EC99-4013-8839-6210812F0F1C}" dt="2026-02-06T18:18:28.039" v="185"/>
          <ac:graphicFrameMkLst>
            <pc:docMk/>
            <pc:sldMk cId="1506368550" sldId="265"/>
            <ac:graphicFrameMk id="7" creationId="{771559B1-F8C9-33BD-BFF4-45318F94CA5D}"/>
          </ac:graphicFrameMkLst>
        </pc:graphicFrameChg>
        <pc:picChg chg="add del">
          <ac:chgData name="Mohammad Alquamah Ansari" userId="bfd4326778c51f46" providerId="Windows Live" clId="Web-{C45A1578-EC99-4013-8839-6210812F0F1C}" dt="2026-02-06T18:18:28.039" v="185"/>
          <ac:picMkLst>
            <pc:docMk/>
            <pc:sldMk cId="1506368550" sldId="265"/>
            <ac:picMk id="6" creationId="{82D8307F-9502-3E84-0ACB-77CBFF511987}"/>
          </ac:picMkLst>
        </pc:picChg>
      </pc:sldChg>
      <pc:sldChg chg="addSp delSp modSp mod setBg modClrScheme chgLayout">
        <pc:chgData name="Mohammad Alquamah Ansari" userId="bfd4326778c51f46" providerId="Windows Live" clId="Web-{C45A1578-EC99-4013-8839-6210812F0F1C}" dt="2026-02-06T18:18:39.242" v="187" actId="20577"/>
        <pc:sldMkLst>
          <pc:docMk/>
          <pc:sldMk cId="1887939524" sldId="266"/>
        </pc:sldMkLst>
        <pc:spChg chg="mod ord">
          <ac:chgData name="Mohammad Alquamah Ansari" userId="bfd4326778c51f46" providerId="Windows Live" clId="Web-{C45A1578-EC99-4013-8839-6210812F0F1C}" dt="2026-02-06T18:18:39.242" v="187" actId="20577"/>
          <ac:spMkLst>
            <pc:docMk/>
            <pc:sldMk cId="1887939524" sldId="266"/>
            <ac:spMk id="2" creationId="{ADB8C29F-9EC3-DA47-2483-3A9ED6357DAC}"/>
          </ac:spMkLst>
        </pc:spChg>
        <pc:spChg chg="add del mod ord">
          <ac:chgData name="Mohammad Alquamah Ansari" userId="bfd4326778c51f46" providerId="Windows Live" clId="Web-{C45A1578-EC99-4013-8839-6210812F0F1C}" dt="2026-02-06T18:18:10.694" v="173" actId="20577"/>
          <ac:spMkLst>
            <pc:docMk/>
            <pc:sldMk cId="1887939524" sldId="266"/>
            <ac:spMk id="3" creationId="{5432DDB5-7A1C-E57D-465E-2E916B5627ED}"/>
          </ac:spMkLst>
        </pc:spChg>
        <pc:spChg chg="add del">
          <ac:chgData name="Mohammad Alquamah Ansari" userId="bfd4326778c51f46" providerId="Windows Live" clId="Web-{C45A1578-EC99-4013-8839-6210812F0F1C}" dt="2026-02-06T17:55:41.491" v="145"/>
          <ac:spMkLst>
            <pc:docMk/>
            <pc:sldMk cId="1887939524" sldId="266"/>
            <ac:spMk id="9" creationId="{BACC6370-2D7E-4714-9D71-7542949D7D5D}"/>
          </ac:spMkLst>
        </pc:spChg>
        <pc:spChg chg="add del">
          <ac:chgData name="Mohammad Alquamah Ansari" userId="bfd4326778c51f46" providerId="Windows Live" clId="Web-{C45A1578-EC99-4013-8839-6210812F0F1C}" dt="2026-02-06T17:55:41.491" v="145"/>
          <ac:spMkLst>
            <pc:docMk/>
            <pc:sldMk cId="1887939524" sldId="266"/>
            <ac:spMk id="11" creationId="{F68B3F68-107C-434F-AA38-110D5EA91B85}"/>
          </ac:spMkLst>
        </pc:spChg>
        <pc:spChg chg="add del">
          <ac:chgData name="Mohammad Alquamah Ansari" userId="bfd4326778c51f46" providerId="Windows Live" clId="Web-{C45A1578-EC99-4013-8839-6210812F0F1C}" dt="2026-02-06T17:55:41.491" v="145"/>
          <ac:spMkLst>
            <pc:docMk/>
            <pc:sldMk cId="1887939524" sldId="266"/>
            <ac:spMk id="13" creationId="{AAD0DBB9-1A4B-4391-81D4-CB19F9AB918A}"/>
          </ac:spMkLst>
        </pc:spChg>
        <pc:spChg chg="add del">
          <ac:chgData name="Mohammad Alquamah Ansari" userId="bfd4326778c51f46" providerId="Windows Live" clId="Web-{C45A1578-EC99-4013-8839-6210812F0F1C}" dt="2026-02-06T17:55:41.491" v="145"/>
          <ac:spMkLst>
            <pc:docMk/>
            <pc:sldMk cId="1887939524" sldId="266"/>
            <ac:spMk id="15" creationId="{063BBA22-50EA-4C4D-BE05-F1CE4E63AA56}"/>
          </ac:spMkLst>
        </pc:spChg>
        <pc:graphicFrameChg chg="add del">
          <ac:chgData name="Mohammad Alquamah Ansari" userId="bfd4326778c51f46" providerId="Windows Live" clId="Web-{C45A1578-EC99-4013-8839-6210812F0F1C}" dt="2026-02-06T17:55:41.491" v="145"/>
          <ac:graphicFrameMkLst>
            <pc:docMk/>
            <pc:sldMk cId="1887939524" sldId="266"/>
            <ac:graphicFrameMk id="5" creationId="{95DD6CC4-2869-1329-93A4-DA0128091092}"/>
          </ac:graphicFrameMkLst>
        </pc:graphicFrameChg>
      </pc:sldChg>
      <pc:sldChg chg="modSp new del">
        <pc:chgData name="Mohammad Alquamah Ansari" userId="bfd4326778c51f46" providerId="Windows Live" clId="Web-{C45A1578-EC99-4013-8839-6210812F0F1C}" dt="2026-02-06T18:22:06.161" v="214"/>
        <pc:sldMkLst>
          <pc:docMk/>
          <pc:sldMk cId="789870077" sldId="267"/>
        </pc:sldMkLst>
        <pc:spChg chg="mod">
          <ac:chgData name="Mohammad Alquamah Ansari" userId="bfd4326778c51f46" providerId="Windows Live" clId="Web-{C45A1578-EC99-4013-8839-6210812F0F1C}" dt="2026-02-06T18:21:20.394" v="205" actId="1076"/>
          <ac:spMkLst>
            <pc:docMk/>
            <pc:sldMk cId="789870077" sldId="267"/>
            <ac:spMk id="2" creationId="{4F9CC47A-6FCE-9C65-8EE4-F469BD114E24}"/>
          </ac:spMkLst>
        </pc:spChg>
        <pc:spChg chg="mod">
          <ac:chgData name="Mohammad Alquamah Ansari" userId="bfd4326778c51f46" providerId="Windows Live" clId="Web-{C45A1578-EC99-4013-8839-6210812F0F1C}" dt="2026-02-06T18:21:39.754" v="209" actId="20577"/>
          <ac:spMkLst>
            <pc:docMk/>
            <pc:sldMk cId="789870077" sldId="267"/>
            <ac:spMk id="3" creationId="{AB2B4DF5-97D2-4738-BF6A-03866C59F3E9}"/>
          </ac:spMkLst>
        </pc:spChg>
      </pc:sldChg>
      <pc:sldMasterChg chg="add del addSldLayout delSldLayout">
        <pc:chgData name="Mohammad Alquamah Ansari" userId="bfd4326778c51f46" providerId="Windows Live" clId="Web-{C45A1578-EC99-4013-8839-6210812F0F1C}" dt="2026-02-06T17:55:59.522" v="147"/>
        <pc:sldMasterMkLst>
          <pc:docMk/>
          <pc:sldMasterMk cId="1126628151" sldId="2147483648"/>
        </pc:sldMasterMkLst>
        <pc:sldLayoutChg chg="add del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1126628151" sldId="2147483648"/>
            <pc:sldLayoutMk cId="1183180429" sldId="2147483649"/>
          </pc:sldLayoutMkLst>
        </pc:sldLayoutChg>
        <pc:sldLayoutChg chg="add del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1126628151" sldId="2147483648"/>
            <pc:sldLayoutMk cId="3228818716" sldId="2147483650"/>
          </pc:sldLayoutMkLst>
        </pc:sldLayoutChg>
        <pc:sldLayoutChg chg="add del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1126628151" sldId="2147483648"/>
            <pc:sldLayoutMk cId="1160709866" sldId="2147483651"/>
          </pc:sldLayoutMkLst>
        </pc:sldLayoutChg>
        <pc:sldLayoutChg chg="add del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1126628151" sldId="2147483648"/>
            <pc:sldLayoutMk cId="466125088" sldId="2147483652"/>
          </pc:sldLayoutMkLst>
        </pc:sldLayoutChg>
        <pc:sldLayoutChg chg="add del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1126628151" sldId="2147483648"/>
            <pc:sldLayoutMk cId="776622984" sldId="2147483653"/>
          </pc:sldLayoutMkLst>
        </pc:sldLayoutChg>
        <pc:sldLayoutChg chg="add del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1126628151" sldId="2147483648"/>
            <pc:sldLayoutMk cId="1046681787" sldId="2147483654"/>
          </pc:sldLayoutMkLst>
        </pc:sldLayoutChg>
        <pc:sldLayoutChg chg="add del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1126628151" sldId="2147483648"/>
            <pc:sldLayoutMk cId="377527354" sldId="2147483655"/>
          </pc:sldLayoutMkLst>
        </pc:sldLayoutChg>
        <pc:sldLayoutChg chg="add del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1126628151" sldId="2147483648"/>
            <pc:sldLayoutMk cId="294547112" sldId="2147483656"/>
          </pc:sldLayoutMkLst>
        </pc:sldLayoutChg>
        <pc:sldLayoutChg chg="add del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1126628151" sldId="2147483648"/>
            <pc:sldLayoutMk cId="1221494754" sldId="2147483657"/>
          </pc:sldLayoutMkLst>
        </pc:sldLayoutChg>
        <pc:sldLayoutChg chg="add del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1126628151" sldId="2147483648"/>
            <pc:sldLayoutMk cId="349498720" sldId="2147483658"/>
          </pc:sldLayoutMkLst>
        </pc:sldLayoutChg>
        <pc:sldLayoutChg chg="add del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1126628151" sldId="2147483648"/>
            <pc:sldLayoutMk cId="3501684022" sldId="2147483659"/>
          </pc:sldLayoutMkLst>
        </pc:sldLayoutChg>
        <pc:sldLayoutChg chg="add del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1126628151" sldId="2147483648"/>
            <pc:sldLayoutMk cId="3724883003" sldId="2147483660"/>
          </pc:sldLayoutMkLst>
        </pc:sldLayoutChg>
      </pc:sldMasterChg>
      <pc:sldMasterChg chg="add del addSldLayout delSldLayout modSldLayout">
        <pc:chgData name="Mohammad Alquamah Ansari" userId="bfd4326778c51f46" providerId="Windows Live" clId="Web-{C45A1578-EC99-4013-8839-6210812F0F1C}" dt="2026-02-06T17:55:59.522" v="147"/>
        <pc:sldMasterMkLst>
          <pc:docMk/>
          <pc:sldMasterMk cId="3301059941" sldId="2147483661"/>
        </pc:sldMasterMkLst>
        <pc:sldLayoutChg chg="add del mod replId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3301059941" sldId="2147483661"/>
            <pc:sldLayoutMk cId="3862877017" sldId="2147483662"/>
          </pc:sldLayoutMkLst>
        </pc:sldLayoutChg>
        <pc:sldLayoutChg chg="add del mod replId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3301059941" sldId="2147483661"/>
            <pc:sldLayoutMk cId="3744481367" sldId="2147483663"/>
          </pc:sldLayoutMkLst>
        </pc:sldLayoutChg>
        <pc:sldLayoutChg chg="add del mod replId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3301059941" sldId="2147483661"/>
            <pc:sldLayoutMk cId="4014106253" sldId="2147483664"/>
          </pc:sldLayoutMkLst>
        </pc:sldLayoutChg>
        <pc:sldLayoutChg chg="add del mod replId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3301059941" sldId="2147483661"/>
            <pc:sldLayoutMk cId="3390582892" sldId="2147483665"/>
          </pc:sldLayoutMkLst>
        </pc:sldLayoutChg>
        <pc:sldLayoutChg chg="add del mod replId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3301059941" sldId="2147483661"/>
            <pc:sldLayoutMk cId="216548495" sldId="2147483666"/>
          </pc:sldLayoutMkLst>
        </pc:sldLayoutChg>
        <pc:sldLayoutChg chg="add del mod replId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3301059941" sldId="2147483661"/>
            <pc:sldLayoutMk cId="666533803" sldId="2147483667"/>
          </pc:sldLayoutMkLst>
        </pc:sldLayoutChg>
        <pc:sldLayoutChg chg="add del mod replId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3301059941" sldId="2147483661"/>
            <pc:sldLayoutMk cId="322458867" sldId="2147483668"/>
          </pc:sldLayoutMkLst>
        </pc:sldLayoutChg>
        <pc:sldLayoutChg chg="add del mod replId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3301059941" sldId="2147483661"/>
            <pc:sldLayoutMk cId="1525360300" sldId="2147483669"/>
          </pc:sldLayoutMkLst>
        </pc:sldLayoutChg>
        <pc:sldLayoutChg chg="add del mod replId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3301059941" sldId="2147483661"/>
            <pc:sldLayoutMk cId="2306856074" sldId="2147483670"/>
          </pc:sldLayoutMkLst>
        </pc:sldLayoutChg>
        <pc:sldLayoutChg chg="add del mod replId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3301059941" sldId="2147483661"/>
            <pc:sldLayoutMk cId="3620678306" sldId="2147483671"/>
          </pc:sldLayoutMkLst>
        </pc:sldLayoutChg>
        <pc:sldLayoutChg chg="add del mod replId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3301059941" sldId="2147483661"/>
            <pc:sldLayoutMk cId="3826719848" sldId="2147483672"/>
          </pc:sldLayoutMkLst>
        </pc:sldLayoutChg>
        <pc:sldLayoutChg chg="add del mod replId">
          <pc:chgData name="Mohammad Alquamah Ansari" userId="bfd4326778c51f46" providerId="Windows Live" clId="Web-{C45A1578-EC99-4013-8839-6210812F0F1C}" dt="2026-02-06T17:55:59.522" v="147"/>
          <pc:sldLayoutMkLst>
            <pc:docMk/>
            <pc:sldMasterMk cId="3301059941" sldId="2147483661"/>
            <pc:sldLayoutMk cId="3317026416" sldId="214748367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3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526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967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87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956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81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957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153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808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58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655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3271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611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277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600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496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895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3EA95-3892-A18E-8910-2C572E1AB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48E4C-4A99-C961-ADA2-31F7A72BE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E378B-61F5-B92D-81C7-5DB100CE9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01C88-D690-E4BD-F2F9-697D4D5AA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DEDE2-9663-70FB-9EBF-8FBF8B5B4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287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BD13C-BCA0-449A-BE47-79977C8B35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252FB-5EDC-4FD6-AE3A-11F89AC03E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2911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B58F-13B3-4C8B-49CF-F1D0E3EE7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54087"/>
            <a:ext cx="9144000" cy="1084245"/>
          </a:xfrm>
        </p:spPr>
        <p:txBody>
          <a:bodyPr>
            <a:normAutofit fontScale="90000"/>
          </a:bodyPr>
          <a:lstStyle/>
          <a:p>
            <a:r>
              <a:rPr lang="en-IN"/>
              <a:t>Random Forest Regression</a:t>
            </a:r>
            <a:endParaRPr lang="en-IN">
              <a:ea typeface="Calibri Light"/>
              <a:cs typeface="Calibri 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4A6351-6E5C-6655-120A-A7F63DD9A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8720"/>
            <a:ext cx="9144000" cy="182907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/>
              <a:t>A Machine Learning Approach for Accurate Prediction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Mohammad </a:t>
            </a:r>
            <a:r>
              <a:rPr lang="en-US" err="1">
                <a:ea typeface="Calibri"/>
                <a:cs typeface="Calibri"/>
              </a:rPr>
              <a:t>Alquamah</a:t>
            </a:r>
            <a:r>
              <a:rPr lang="en-US">
                <a:ea typeface="Calibri"/>
                <a:cs typeface="Calibri"/>
              </a:rPr>
              <a:t> Ansari</a:t>
            </a:r>
          </a:p>
          <a:p>
            <a:r>
              <a:rPr lang="en-US"/>
              <a:t>B.Sc. Artificial Intelligence</a:t>
            </a:r>
            <a:endParaRPr lang="en-IN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9928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AC119-DB52-06AD-475E-F0899FD87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EBFDB-368F-CEDA-ABFC-3277120D1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Real-World Data Complexity:</a:t>
            </a:r>
            <a:r>
              <a:rPr lang="en-US">
                <a:ea typeface="+mn-lt"/>
                <a:cs typeface="+mn-lt"/>
              </a:rPr>
              <a:t> Most datasets are non-linear and contain "noise" or missing values.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Predictive Accuracy:</a:t>
            </a:r>
            <a:r>
              <a:rPr lang="en-US">
                <a:ea typeface="+mn-lt"/>
                <a:cs typeface="+mn-lt"/>
              </a:rPr>
              <a:t> Simple models often struggle to capture deep patterns in multi-dimensional data.</a:t>
            </a:r>
            <a:endParaRPr lang="en-US">
              <a:ea typeface="Calibri"/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Model Instability:</a:t>
            </a:r>
            <a:r>
              <a:rPr lang="en-US">
                <a:ea typeface="+mn-lt"/>
                <a:cs typeface="+mn-lt"/>
              </a:rPr>
              <a:t> High sensitivity to small changes in training data often leads to unreliable results.</a:t>
            </a:r>
            <a:endParaRPr lang="en-IN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5799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2C5D5-E4BD-2992-888F-1D9C964BC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Limitations of Linear Regression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C0DF9-B055-591C-FF4F-49E51FB52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Linear Assumption:</a:t>
            </a:r>
            <a:r>
              <a:rPr lang="en-US">
                <a:ea typeface="+mn-lt"/>
                <a:cs typeface="+mn-lt"/>
              </a:rPr>
              <a:t> Assumes a straight-line relationship, which rarely exists in complex AI applications.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Outlier Sensitivity:</a:t>
            </a:r>
            <a:r>
              <a:rPr lang="en-US">
                <a:ea typeface="+mn-lt"/>
                <a:cs typeface="+mn-lt"/>
              </a:rPr>
              <a:t> A few extreme data points can significantly skew the entire model's output.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Underfitting:</a:t>
            </a:r>
            <a:r>
              <a:rPr lang="en-US">
                <a:ea typeface="+mn-lt"/>
                <a:cs typeface="+mn-lt"/>
              </a:rPr>
              <a:t> Fails to capture the "curvature" of data, leading to high bias.</a:t>
            </a:r>
            <a:endParaRPr lang="en-IN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9646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22D90-9192-C950-A9BB-621A07B11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What is Random Forest Regression?</a:t>
            </a:r>
            <a:endParaRPr lang="en-IN" b="1">
              <a:ea typeface="Calibri Light"/>
              <a:cs typeface="Calibri Ligh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4FC19-3CF3-900F-D83F-EA7731A70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Definition:</a:t>
            </a:r>
            <a:r>
              <a:rPr lang="en-US">
                <a:ea typeface="+mn-lt"/>
                <a:cs typeface="+mn-lt"/>
              </a:rPr>
              <a:t> A supervised learning algorithm that utilizes an "ensemble" of multiple Decision Trees.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Ensemble Learning:</a:t>
            </a:r>
            <a:r>
              <a:rPr lang="en-US">
                <a:ea typeface="+mn-lt"/>
                <a:cs typeface="+mn-lt"/>
              </a:rPr>
              <a:t> The "Wisdom of the Crowd"—combining multiple weak learners to create one robust model.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Core Logic:</a:t>
            </a:r>
            <a:r>
              <a:rPr lang="en-US">
                <a:ea typeface="+mn-lt"/>
                <a:cs typeface="+mn-lt"/>
              </a:rPr>
              <a:t> It operates by constructing a multitude of decision trees at training time and outputting the mean prediction of the individual trees.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41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8110-A849-46BE-E923-0B1CC2A7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Working of Random Forest Regression</a:t>
            </a:r>
            <a:endParaRPr lang="en-IN" b="1">
              <a:ea typeface="Calibri Light"/>
              <a:cs typeface="Calibri Ligh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AE6D0-D13F-1E73-57EE-87EDED675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Bootstrapping:</a:t>
            </a:r>
            <a:r>
              <a:rPr lang="en-US">
                <a:ea typeface="+mn-lt"/>
                <a:cs typeface="+mn-lt"/>
              </a:rPr>
              <a:t> Randomly selecting subsets of data (with replacement) for each individual tree.</a:t>
            </a:r>
          </a:p>
          <a:p>
            <a:r>
              <a:rPr lang="en-US" b="1">
                <a:ea typeface="+mn-lt"/>
                <a:cs typeface="+mn-lt"/>
              </a:rPr>
              <a:t>Feature Randomness:</a:t>
            </a:r>
            <a:r>
              <a:rPr lang="en-US">
                <a:ea typeface="+mn-lt"/>
                <a:cs typeface="+mn-lt"/>
              </a:rPr>
              <a:t> Each split in a tree considers only a random subset of features to ensure diversity.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Aggregation:</a:t>
            </a:r>
            <a:r>
              <a:rPr lang="en-US">
                <a:ea typeface="+mn-lt"/>
                <a:cs typeface="+mn-lt"/>
              </a:rPr>
              <a:t> The final output is determined by </a:t>
            </a:r>
            <a:r>
              <a:rPr lang="en-US" b="1">
                <a:ea typeface="+mn-lt"/>
                <a:cs typeface="+mn-lt"/>
              </a:rPr>
              <a:t>averaging</a:t>
            </a:r>
            <a:r>
              <a:rPr lang="en-US">
                <a:ea typeface="+mn-lt"/>
                <a:cs typeface="+mn-lt"/>
              </a:rPr>
              <a:t> the predictions from all trees.</a:t>
            </a:r>
            <a:endParaRPr lang="en-US"/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7301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F433-4ACF-748E-0B49-A3544CA4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Advantages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4963F-A8B4-FF8A-A3B1-4379F076F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Handles Non-linearity:</a:t>
            </a:r>
            <a:r>
              <a:rPr lang="en-US">
                <a:ea typeface="+mn-lt"/>
                <a:cs typeface="+mn-lt"/>
              </a:rPr>
              <a:t> Naturally captures complex relationships without complex data transformations.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Reduces Overfitting:</a:t>
            </a:r>
            <a:r>
              <a:rPr lang="en-US">
                <a:ea typeface="+mn-lt"/>
                <a:cs typeface="+mn-lt"/>
              </a:rPr>
              <a:t> By averaging results, it cancels out the errors of individual trees.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Scalability:</a:t>
            </a:r>
            <a:r>
              <a:rPr lang="en-US">
                <a:ea typeface="+mn-lt"/>
                <a:cs typeface="+mn-lt"/>
              </a:rPr>
              <a:t> Highly efficient with large datasets and high-dimensional features.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Feature Importance:</a:t>
            </a:r>
            <a:r>
              <a:rPr lang="en-US">
                <a:ea typeface="+mn-lt"/>
                <a:cs typeface="+mn-lt"/>
              </a:rPr>
              <a:t> Provides insights into which variables contribute most to the prediction.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6940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82AE5-9CC8-C3D6-95FB-EE845248B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Applications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476ED-581A-1EE3-5BDD-DBE8B88E6B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Air Quality Index:</a:t>
            </a:r>
            <a:r>
              <a:rPr lang="en-US">
                <a:ea typeface="+mn-lt"/>
                <a:cs typeface="+mn-lt"/>
              </a:rPr>
              <a:t> Predicting pollutant levels based on humidity, temperature, and traffic.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House Price Prediction:</a:t>
            </a:r>
            <a:r>
              <a:rPr lang="en-US">
                <a:ea typeface="+mn-lt"/>
                <a:cs typeface="+mn-lt"/>
              </a:rPr>
              <a:t> Estimating market value using location, square footage, and age.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Healthcare:</a:t>
            </a:r>
            <a:r>
              <a:rPr lang="en-US">
                <a:ea typeface="+mn-lt"/>
                <a:cs typeface="+mn-lt"/>
              </a:rPr>
              <a:t> Predicting patient recovery times or dosage requirements.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Business Forecasting:</a:t>
            </a:r>
            <a:r>
              <a:rPr lang="en-US">
                <a:ea typeface="+mn-lt"/>
                <a:cs typeface="+mn-lt"/>
              </a:rPr>
              <a:t> Estimating future sales and inventory requirements.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6950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31D45-3A7C-31F9-2DCD-C7B7F6327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Tools &amp; Technologies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2BF25-0E15-C719-8E66-2AE07D592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b="1">
                <a:ea typeface="+mn-lt"/>
                <a:cs typeface="+mn-lt"/>
              </a:rPr>
              <a:t>Language:</a:t>
            </a:r>
            <a:r>
              <a:rPr lang="en-IN">
                <a:ea typeface="+mn-lt"/>
                <a:cs typeface="+mn-lt"/>
              </a:rPr>
              <a:t> Python</a:t>
            </a:r>
            <a:endParaRPr lang="en-US">
              <a:ea typeface="+mn-lt"/>
              <a:cs typeface="+mn-lt"/>
            </a:endParaRPr>
          </a:p>
          <a:p>
            <a:r>
              <a:rPr lang="en-IN" b="1">
                <a:ea typeface="+mn-lt"/>
                <a:cs typeface="+mn-lt"/>
              </a:rPr>
              <a:t>Libraries:</a:t>
            </a:r>
            <a:r>
              <a:rPr lang="en-IN">
                <a:ea typeface="+mn-lt"/>
                <a:cs typeface="+mn-lt"/>
              </a:rPr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IN" b="1">
                <a:ea typeface="+mn-lt"/>
                <a:cs typeface="+mn-lt"/>
              </a:rPr>
              <a:t>NumPy &amp; Pandas:</a:t>
            </a:r>
            <a:r>
              <a:rPr lang="en-IN">
                <a:ea typeface="+mn-lt"/>
                <a:cs typeface="+mn-lt"/>
              </a:rPr>
              <a:t> For data cleaning and manipulation.</a:t>
            </a:r>
            <a:endParaRPr lang="en-IN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IN" b="1">
                <a:ea typeface="+mn-lt"/>
                <a:cs typeface="+mn-lt"/>
              </a:rPr>
              <a:t>Scikit-learn:</a:t>
            </a:r>
            <a:r>
              <a:rPr lang="en-IN">
                <a:ea typeface="+mn-lt"/>
                <a:cs typeface="+mn-lt"/>
              </a:rPr>
              <a:t> For implementing the </a:t>
            </a:r>
            <a:r>
              <a:rPr lang="en-IN" err="1">
                <a:latin typeface="Consolas"/>
              </a:rPr>
              <a:t>RandomForestRegressor</a:t>
            </a:r>
            <a:r>
              <a:rPr lang="en-IN">
                <a:ea typeface="+mn-lt"/>
                <a:cs typeface="+mn-lt"/>
              </a:rPr>
              <a:t> algorithm.</a:t>
            </a:r>
            <a:endParaRPr lang="en-IN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IN" b="1">
                <a:ea typeface="+mn-lt"/>
                <a:cs typeface="+mn-lt"/>
              </a:rPr>
              <a:t>Matplotlib / Seaborn:</a:t>
            </a:r>
            <a:r>
              <a:rPr lang="en-IN">
                <a:ea typeface="+mn-lt"/>
                <a:cs typeface="+mn-lt"/>
              </a:rPr>
              <a:t> For visualizing error distribution and feature importance.</a:t>
            </a:r>
            <a:endParaRPr lang="en-IN">
              <a:ea typeface="Calibri"/>
              <a:cs typeface="Calibri"/>
            </a:endParaRPr>
          </a:p>
          <a:p>
            <a:endParaRPr lang="en-IN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3750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ECA5F-F206-A7D3-9EF2-B2812C949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Model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03A31-953F-83B4-0A60-6795439C4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Mean Squared Error (MSE):</a:t>
            </a:r>
            <a:r>
              <a:rPr lang="en-US">
                <a:ea typeface="+mn-lt"/>
                <a:cs typeface="+mn-lt"/>
              </a:rPr>
              <a:t> Quantifies the average squared difference between predicted and actual values.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R² Score (Coefficient of Determination):</a:t>
            </a:r>
            <a:r>
              <a:rPr lang="en-US">
                <a:ea typeface="+mn-lt"/>
                <a:cs typeface="+mn-lt"/>
              </a:rPr>
              <a:t> Indicates how well the model explains the variability of the data.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Cross-Validation:</a:t>
            </a:r>
            <a:r>
              <a:rPr lang="en-US">
                <a:ea typeface="+mn-lt"/>
                <a:cs typeface="+mn-lt"/>
              </a:rPr>
              <a:t> Ensuring the model generalizes well to unseen data.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6368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8C29F-9EC3-DA47-2483-3A9ED6357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Conclusion &amp; 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2DDB5-7A1C-E57D-465E-2E916B562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Conclusion:</a:t>
            </a:r>
            <a:r>
              <a:rPr lang="en-US">
                <a:ea typeface="+mn-lt"/>
                <a:cs typeface="+mn-lt"/>
              </a:rPr>
              <a:t> Random Forest is a versatile, "black-box" style regressor that balances bias and variance effectively.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Real-World Impact:</a:t>
            </a:r>
            <a:r>
              <a:rPr lang="en-US">
                <a:ea typeface="+mn-lt"/>
                <a:cs typeface="+mn-lt"/>
              </a:rPr>
              <a:t> Essential for high-stakes predictions where accuracy and stability are paramount.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Future Scope:</a:t>
            </a:r>
            <a:r>
              <a:rPr lang="en-US">
                <a:ea typeface="+mn-lt"/>
                <a:cs typeface="+mn-lt"/>
              </a:rPr>
              <a:t> * Hyperparameter optimization using Bayesian Search.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Deployment via Cloud APIs for real-time inference.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79395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Damask</vt:lpstr>
      <vt:lpstr>Random Forest Regression</vt:lpstr>
      <vt:lpstr>Problem Statement</vt:lpstr>
      <vt:lpstr>Limitations of Linear Regression</vt:lpstr>
      <vt:lpstr>What is Random Forest Regression?</vt:lpstr>
      <vt:lpstr>Working of Random Forest Regression</vt:lpstr>
      <vt:lpstr>Advantages</vt:lpstr>
      <vt:lpstr>Applications</vt:lpstr>
      <vt:lpstr>Tools &amp; Technologies</vt:lpstr>
      <vt:lpstr>Model Evaluation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Alquamah Ansari</dc:creator>
  <cp:revision>1</cp:revision>
  <dcterms:created xsi:type="dcterms:W3CDTF">2026-02-06T17:31:19Z</dcterms:created>
  <dcterms:modified xsi:type="dcterms:W3CDTF">2026-02-06T18:25:07Z</dcterms:modified>
</cp:coreProperties>
</file>