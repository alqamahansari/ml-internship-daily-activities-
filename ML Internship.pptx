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F828E-7D8B-CAF5-3581-23EB1D753020}" v="174" dt="2026-01-02T19:13:52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CD6719-7351-4E10-842A-70E5BC87E402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EDF8A8-1E3C-4239-93DB-AA7A52EDCF6B}">
      <dgm:prSet/>
      <dgm:spPr/>
      <dgm:t>
        <a:bodyPr/>
        <a:lstStyle/>
        <a:p>
          <a:r>
            <a:rPr lang="en-US"/>
            <a:t>Build</a:t>
          </a:r>
        </a:p>
      </dgm:t>
    </dgm:pt>
    <dgm:pt modelId="{C7F05D3C-3D8C-41ED-8EAC-797ACA562D1E}" type="parTrans" cxnId="{5B0C3913-4295-409E-9C30-20E4359BE41C}">
      <dgm:prSet/>
      <dgm:spPr/>
      <dgm:t>
        <a:bodyPr/>
        <a:lstStyle/>
        <a:p>
          <a:endParaRPr lang="en-US"/>
        </a:p>
      </dgm:t>
    </dgm:pt>
    <dgm:pt modelId="{B2381485-2F76-440B-930B-57E2CA87DD44}" type="sibTrans" cxnId="{5B0C3913-4295-409E-9C30-20E4359BE41C}">
      <dgm:prSet/>
      <dgm:spPr/>
      <dgm:t>
        <a:bodyPr/>
        <a:lstStyle/>
        <a:p>
          <a:endParaRPr lang="en-US"/>
        </a:p>
      </dgm:t>
    </dgm:pt>
    <dgm:pt modelId="{B8D57873-7FDD-40B2-ADD6-E2DA013EDA2B}">
      <dgm:prSet/>
      <dgm:spPr/>
      <dgm:t>
        <a:bodyPr/>
        <a:lstStyle/>
        <a:p>
          <a:r>
            <a:rPr lang="en-US"/>
            <a:t>Build strong Python foundations for ML</a:t>
          </a:r>
        </a:p>
      </dgm:t>
    </dgm:pt>
    <dgm:pt modelId="{15FB625A-3FE9-45A1-94E1-80DACD2D97B9}" type="parTrans" cxnId="{5713C4B4-F68D-4FE4-B10B-4DFEF69A3972}">
      <dgm:prSet/>
      <dgm:spPr/>
      <dgm:t>
        <a:bodyPr/>
        <a:lstStyle/>
        <a:p>
          <a:endParaRPr lang="en-US"/>
        </a:p>
      </dgm:t>
    </dgm:pt>
    <dgm:pt modelId="{F510F19A-97F9-4A66-8D03-720FC9DA3968}" type="sibTrans" cxnId="{5713C4B4-F68D-4FE4-B10B-4DFEF69A3972}">
      <dgm:prSet/>
      <dgm:spPr/>
      <dgm:t>
        <a:bodyPr/>
        <a:lstStyle/>
        <a:p>
          <a:endParaRPr lang="en-US"/>
        </a:p>
      </dgm:t>
    </dgm:pt>
    <dgm:pt modelId="{FB7D3CBC-3E99-4345-91B5-1A1F2C6ADFDF}">
      <dgm:prSet/>
      <dgm:spPr/>
      <dgm:t>
        <a:bodyPr/>
        <a:lstStyle/>
        <a:p>
          <a:r>
            <a:rPr lang="en-US"/>
            <a:t>Understand</a:t>
          </a:r>
        </a:p>
      </dgm:t>
    </dgm:pt>
    <dgm:pt modelId="{0349D164-68DE-46D7-831C-70A5B0C91CB3}" type="parTrans" cxnId="{1A59FA22-E6E9-4546-A786-0F8BBBD5173C}">
      <dgm:prSet/>
      <dgm:spPr/>
      <dgm:t>
        <a:bodyPr/>
        <a:lstStyle/>
        <a:p>
          <a:endParaRPr lang="en-US"/>
        </a:p>
      </dgm:t>
    </dgm:pt>
    <dgm:pt modelId="{FC2B42E0-ACF6-4E15-B453-34861193BECB}" type="sibTrans" cxnId="{1A59FA22-E6E9-4546-A786-0F8BBBD5173C}">
      <dgm:prSet/>
      <dgm:spPr/>
      <dgm:t>
        <a:bodyPr/>
        <a:lstStyle/>
        <a:p>
          <a:endParaRPr lang="en-US"/>
        </a:p>
      </dgm:t>
    </dgm:pt>
    <dgm:pt modelId="{E6B41752-1CB1-4AB0-9568-792913C0EFBB}">
      <dgm:prSet/>
      <dgm:spPr/>
      <dgm:t>
        <a:bodyPr/>
        <a:lstStyle/>
        <a:p>
          <a:r>
            <a:rPr lang="en-US"/>
            <a:t>Understand end-to-end ML workflow</a:t>
          </a:r>
        </a:p>
      </dgm:t>
    </dgm:pt>
    <dgm:pt modelId="{E9253B3C-3FC0-4B0C-B425-37F4498FB07F}" type="parTrans" cxnId="{4ED89DC6-C55C-4592-BB0F-492BCD7FFC34}">
      <dgm:prSet/>
      <dgm:spPr/>
      <dgm:t>
        <a:bodyPr/>
        <a:lstStyle/>
        <a:p>
          <a:endParaRPr lang="en-US"/>
        </a:p>
      </dgm:t>
    </dgm:pt>
    <dgm:pt modelId="{53AE0C17-C0B9-4010-ABBB-35D50312C116}" type="sibTrans" cxnId="{4ED89DC6-C55C-4592-BB0F-492BCD7FFC34}">
      <dgm:prSet/>
      <dgm:spPr/>
      <dgm:t>
        <a:bodyPr/>
        <a:lstStyle/>
        <a:p>
          <a:endParaRPr lang="en-US"/>
        </a:p>
      </dgm:t>
    </dgm:pt>
    <dgm:pt modelId="{C6EFD968-20D8-46DF-AB29-0C3AB84FB722}">
      <dgm:prSet/>
      <dgm:spPr/>
      <dgm:t>
        <a:bodyPr/>
        <a:lstStyle/>
        <a:p>
          <a:r>
            <a:rPr lang="en-US"/>
            <a:t>Apply</a:t>
          </a:r>
        </a:p>
      </dgm:t>
    </dgm:pt>
    <dgm:pt modelId="{6A263043-D6E1-4450-A8B5-964D81E435D6}" type="parTrans" cxnId="{5B27EB9F-8682-4AE1-9830-D7F75016723C}">
      <dgm:prSet/>
      <dgm:spPr/>
      <dgm:t>
        <a:bodyPr/>
        <a:lstStyle/>
        <a:p>
          <a:endParaRPr lang="en-US"/>
        </a:p>
      </dgm:t>
    </dgm:pt>
    <dgm:pt modelId="{42FD2575-48C8-4EDC-A665-65E6FA0EECBA}" type="sibTrans" cxnId="{5B27EB9F-8682-4AE1-9830-D7F75016723C}">
      <dgm:prSet/>
      <dgm:spPr/>
      <dgm:t>
        <a:bodyPr/>
        <a:lstStyle/>
        <a:p>
          <a:endParaRPr lang="en-US"/>
        </a:p>
      </dgm:t>
    </dgm:pt>
    <dgm:pt modelId="{4FC8FA6D-3E79-4E77-B48E-2057017F3CC1}">
      <dgm:prSet/>
      <dgm:spPr/>
      <dgm:t>
        <a:bodyPr/>
        <a:lstStyle/>
        <a:p>
          <a:r>
            <a:rPr lang="en-US"/>
            <a:t>Apply theory using hands-on practice</a:t>
          </a:r>
        </a:p>
      </dgm:t>
    </dgm:pt>
    <dgm:pt modelId="{0C8BAA0E-E61D-4376-9E3D-F7D5427F382E}" type="parTrans" cxnId="{A17919F0-44A1-4AD9-9E1F-624B95B347F5}">
      <dgm:prSet/>
      <dgm:spPr/>
      <dgm:t>
        <a:bodyPr/>
        <a:lstStyle/>
        <a:p>
          <a:endParaRPr lang="en-US"/>
        </a:p>
      </dgm:t>
    </dgm:pt>
    <dgm:pt modelId="{722A0AA1-C6D7-4AD0-9C1D-9778FDEA1C71}" type="sibTrans" cxnId="{A17919F0-44A1-4AD9-9E1F-624B95B347F5}">
      <dgm:prSet/>
      <dgm:spPr/>
      <dgm:t>
        <a:bodyPr/>
        <a:lstStyle/>
        <a:p>
          <a:endParaRPr lang="en-US"/>
        </a:p>
      </dgm:t>
    </dgm:pt>
    <dgm:pt modelId="{B2CD9E3E-B3F2-427B-8CEC-6D962F85CC18}">
      <dgm:prSet/>
      <dgm:spPr/>
      <dgm:t>
        <a:bodyPr/>
        <a:lstStyle/>
        <a:p>
          <a:r>
            <a:rPr lang="en-US"/>
            <a:t>Maintain</a:t>
          </a:r>
        </a:p>
      </dgm:t>
    </dgm:pt>
    <dgm:pt modelId="{87EA750F-AD65-4DC4-B043-AC81C3794EEF}" type="parTrans" cxnId="{D7782A08-89CF-48CF-9083-B01ECE38427C}">
      <dgm:prSet/>
      <dgm:spPr/>
      <dgm:t>
        <a:bodyPr/>
        <a:lstStyle/>
        <a:p>
          <a:endParaRPr lang="en-US"/>
        </a:p>
      </dgm:t>
    </dgm:pt>
    <dgm:pt modelId="{DC926565-7A48-4D20-9BD9-4E1AAAD9B0EC}" type="sibTrans" cxnId="{D7782A08-89CF-48CF-9083-B01ECE38427C}">
      <dgm:prSet/>
      <dgm:spPr/>
      <dgm:t>
        <a:bodyPr/>
        <a:lstStyle/>
        <a:p>
          <a:endParaRPr lang="en-US"/>
        </a:p>
      </dgm:t>
    </dgm:pt>
    <dgm:pt modelId="{46258B50-8D64-45F7-8FB1-2A20F5F7C18A}">
      <dgm:prSet/>
      <dgm:spPr/>
      <dgm:t>
        <a:bodyPr/>
        <a:lstStyle/>
        <a:p>
          <a:r>
            <a:rPr lang="en-US"/>
            <a:t>Maintain reproducible and version-controlled work</a:t>
          </a:r>
        </a:p>
      </dgm:t>
    </dgm:pt>
    <dgm:pt modelId="{80744DCC-3AE0-4E85-99B0-93C9147C8D4B}" type="parTrans" cxnId="{AFFE1C9C-3433-4E74-B61A-7786EFC885B7}">
      <dgm:prSet/>
      <dgm:spPr/>
      <dgm:t>
        <a:bodyPr/>
        <a:lstStyle/>
        <a:p>
          <a:endParaRPr lang="en-US"/>
        </a:p>
      </dgm:t>
    </dgm:pt>
    <dgm:pt modelId="{B3C67260-22BB-4835-AEB2-6DC13761538C}" type="sibTrans" cxnId="{AFFE1C9C-3433-4E74-B61A-7786EFC885B7}">
      <dgm:prSet/>
      <dgm:spPr/>
      <dgm:t>
        <a:bodyPr/>
        <a:lstStyle/>
        <a:p>
          <a:endParaRPr lang="en-US"/>
        </a:p>
      </dgm:t>
    </dgm:pt>
    <dgm:pt modelId="{2141C7C0-C6D8-45B6-9B97-93D40F00D90D}" type="pres">
      <dgm:prSet presAssocID="{A2CD6719-7351-4E10-842A-70E5BC87E402}" presName="Name0" presStyleCnt="0">
        <dgm:presLayoutVars>
          <dgm:dir/>
          <dgm:animLvl val="lvl"/>
          <dgm:resizeHandles val="exact"/>
        </dgm:presLayoutVars>
      </dgm:prSet>
      <dgm:spPr/>
    </dgm:pt>
    <dgm:pt modelId="{89B812C1-8C7A-4FF1-9A2F-C321C86E8842}" type="pres">
      <dgm:prSet presAssocID="{32EDF8A8-1E3C-4239-93DB-AA7A52EDCF6B}" presName="linNode" presStyleCnt="0"/>
      <dgm:spPr/>
    </dgm:pt>
    <dgm:pt modelId="{1EE5D1FD-B098-4F1E-AA29-BF973102003E}" type="pres">
      <dgm:prSet presAssocID="{32EDF8A8-1E3C-4239-93DB-AA7A52EDCF6B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0C11746B-FB3D-4A03-A20A-E344C7101A0B}" type="pres">
      <dgm:prSet presAssocID="{32EDF8A8-1E3C-4239-93DB-AA7A52EDCF6B}" presName="descendantText" presStyleLbl="alignNode1" presStyleIdx="0" presStyleCnt="4">
        <dgm:presLayoutVars>
          <dgm:bulletEnabled/>
        </dgm:presLayoutVars>
      </dgm:prSet>
      <dgm:spPr/>
    </dgm:pt>
    <dgm:pt modelId="{5ED04F59-8A5B-4C99-BB90-2C8FA752FC93}" type="pres">
      <dgm:prSet presAssocID="{B2381485-2F76-440B-930B-57E2CA87DD44}" presName="sp" presStyleCnt="0"/>
      <dgm:spPr/>
    </dgm:pt>
    <dgm:pt modelId="{96BDE842-C790-4DF0-80F1-6316B65D64FA}" type="pres">
      <dgm:prSet presAssocID="{FB7D3CBC-3E99-4345-91B5-1A1F2C6ADFDF}" presName="linNode" presStyleCnt="0"/>
      <dgm:spPr/>
    </dgm:pt>
    <dgm:pt modelId="{0D44E2FC-FF5E-482C-91F4-119AD4945BBB}" type="pres">
      <dgm:prSet presAssocID="{FB7D3CBC-3E99-4345-91B5-1A1F2C6ADFDF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DD71CA02-4B2F-48F4-83FC-E427B398F172}" type="pres">
      <dgm:prSet presAssocID="{FB7D3CBC-3E99-4345-91B5-1A1F2C6ADFDF}" presName="descendantText" presStyleLbl="alignNode1" presStyleIdx="1" presStyleCnt="4">
        <dgm:presLayoutVars>
          <dgm:bulletEnabled/>
        </dgm:presLayoutVars>
      </dgm:prSet>
      <dgm:spPr/>
    </dgm:pt>
    <dgm:pt modelId="{26A0F8B0-6077-4D83-84B4-EA241A28FE68}" type="pres">
      <dgm:prSet presAssocID="{FC2B42E0-ACF6-4E15-B453-34861193BECB}" presName="sp" presStyleCnt="0"/>
      <dgm:spPr/>
    </dgm:pt>
    <dgm:pt modelId="{9331A627-910F-4F5D-932A-D159107CF03E}" type="pres">
      <dgm:prSet presAssocID="{C6EFD968-20D8-46DF-AB29-0C3AB84FB722}" presName="linNode" presStyleCnt="0"/>
      <dgm:spPr/>
    </dgm:pt>
    <dgm:pt modelId="{EADBB865-0E67-4C5F-B50D-9F74E45680B0}" type="pres">
      <dgm:prSet presAssocID="{C6EFD968-20D8-46DF-AB29-0C3AB84FB722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3BDD7365-C2D1-4278-868A-030090407FC0}" type="pres">
      <dgm:prSet presAssocID="{C6EFD968-20D8-46DF-AB29-0C3AB84FB722}" presName="descendantText" presStyleLbl="alignNode1" presStyleIdx="2" presStyleCnt="4">
        <dgm:presLayoutVars>
          <dgm:bulletEnabled/>
        </dgm:presLayoutVars>
      </dgm:prSet>
      <dgm:spPr/>
    </dgm:pt>
    <dgm:pt modelId="{846BE776-07C2-4AF1-A303-EE5087FA6852}" type="pres">
      <dgm:prSet presAssocID="{42FD2575-48C8-4EDC-A665-65E6FA0EECBA}" presName="sp" presStyleCnt="0"/>
      <dgm:spPr/>
    </dgm:pt>
    <dgm:pt modelId="{DE7D0F00-25D4-401E-BB4C-824578815267}" type="pres">
      <dgm:prSet presAssocID="{B2CD9E3E-B3F2-427B-8CEC-6D962F85CC18}" presName="linNode" presStyleCnt="0"/>
      <dgm:spPr/>
    </dgm:pt>
    <dgm:pt modelId="{DD01DF38-E9F3-424D-910A-E599D793D7FE}" type="pres">
      <dgm:prSet presAssocID="{B2CD9E3E-B3F2-427B-8CEC-6D962F85CC18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66AD6B71-B1EA-4475-8502-B905253E29F8}" type="pres">
      <dgm:prSet presAssocID="{B2CD9E3E-B3F2-427B-8CEC-6D962F85CC18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D7782A08-89CF-48CF-9083-B01ECE38427C}" srcId="{A2CD6719-7351-4E10-842A-70E5BC87E402}" destId="{B2CD9E3E-B3F2-427B-8CEC-6D962F85CC18}" srcOrd="3" destOrd="0" parTransId="{87EA750F-AD65-4DC4-B043-AC81C3794EEF}" sibTransId="{DC926565-7A48-4D20-9BD9-4E1AAAD9B0EC}"/>
    <dgm:cxn modelId="{9965500B-C2DB-41CA-A95F-38021C348D09}" type="presOf" srcId="{4FC8FA6D-3E79-4E77-B48E-2057017F3CC1}" destId="{3BDD7365-C2D1-4278-868A-030090407FC0}" srcOrd="0" destOrd="0" presId="urn:microsoft.com/office/officeart/2016/7/layout/VerticalHollowActionList"/>
    <dgm:cxn modelId="{5B0C3913-4295-409E-9C30-20E4359BE41C}" srcId="{A2CD6719-7351-4E10-842A-70E5BC87E402}" destId="{32EDF8A8-1E3C-4239-93DB-AA7A52EDCF6B}" srcOrd="0" destOrd="0" parTransId="{C7F05D3C-3D8C-41ED-8EAC-797ACA562D1E}" sibTransId="{B2381485-2F76-440B-930B-57E2CA87DD44}"/>
    <dgm:cxn modelId="{1A59FA22-E6E9-4546-A786-0F8BBBD5173C}" srcId="{A2CD6719-7351-4E10-842A-70E5BC87E402}" destId="{FB7D3CBC-3E99-4345-91B5-1A1F2C6ADFDF}" srcOrd="1" destOrd="0" parTransId="{0349D164-68DE-46D7-831C-70A5B0C91CB3}" sibTransId="{FC2B42E0-ACF6-4E15-B453-34861193BECB}"/>
    <dgm:cxn modelId="{57BE323E-8D0E-4F0F-B08D-45222004F078}" type="presOf" srcId="{32EDF8A8-1E3C-4239-93DB-AA7A52EDCF6B}" destId="{1EE5D1FD-B098-4F1E-AA29-BF973102003E}" srcOrd="0" destOrd="0" presId="urn:microsoft.com/office/officeart/2016/7/layout/VerticalHollowActionList"/>
    <dgm:cxn modelId="{807E1C3F-CC28-4EDC-9EAF-DA4E8396C94A}" type="presOf" srcId="{B2CD9E3E-B3F2-427B-8CEC-6D962F85CC18}" destId="{DD01DF38-E9F3-424D-910A-E599D793D7FE}" srcOrd="0" destOrd="0" presId="urn:microsoft.com/office/officeart/2016/7/layout/VerticalHollowActionList"/>
    <dgm:cxn modelId="{ACE30448-9AFB-4F93-BE23-4CBDD36F4BDA}" type="presOf" srcId="{B8D57873-7FDD-40B2-ADD6-E2DA013EDA2B}" destId="{0C11746B-FB3D-4A03-A20A-E344C7101A0B}" srcOrd="0" destOrd="0" presId="urn:microsoft.com/office/officeart/2016/7/layout/VerticalHollowActionList"/>
    <dgm:cxn modelId="{5B30E55A-9810-46D6-A06A-7DA3CC1F4BF1}" type="presOf" srcId="{A2CD6719-7351-4E10-842A-70E5BC87E402}" destId="{2141C7C0-C6D8-45B6-9B97-93D40F00D90D}" srcOrd="0" destOrd="0" presId="urn:microsoft.com/office/officeart/2016/7/layout/VerticalHollowActionList"/>
    <dgm:cxn modelId="{0666DE84-F2EB-4128-BE6B-52D8D0EE30DB}" type="presOf" srcId="{FB7D3CBC-3E99-4345-91B5-1A1F2C6ADFDF}" destId="{0D44E2FC-FF5E-482C-91F4-119AD4945BBB}" srcOrd="0" destOrd="0" presId="urn:microsoft.com/office/officeart/2016/7/layout/VerticalHollowActionList"/>
    <dgm:cxn modelId="{AFFE1C9C-3433-4E74-B61A-7786EFC885B7}" srcId="{B2CD9E3E-B3F2-427B-8CEC-6D962F85CC18}" destId="{46258B50-8D64-45F7-8FB1-2A20F5F7C18A}" srcOrd="0" destOrd="0" parTransId="{80744DCC-3AE0-4E85-99B0-93C9147C8D4B}" sibTransId="{B3C67260-22BB-4835-AEB2-6DC13761538C}"/>
    <dgm:cxn modelId="{5B27EB9F-8682-4AE1-9830-D7F75016723C}" srcId="{A2CD6719-7351-4E10-842A-70E5BC87E402}" destId="{C6EFD968-20D8-46DF-AB29-0C3AB84FB722}" srcOrd="2" destOrd="0" parTransId="{6A263043-D6E1-4450-A8B5-964D81E435D6}" sibTransId="{42FD2575-48C8-4EDC-A665-65E6FA0EECBA}"/>
    <dgm:cxn modelId="{7BFB38A4-58D2-492C-8222-DC1A9DF1BFB1}" type="presOf" srcId="{46258B50-8D64-45F7-8FB1-2A20F5F7C18A}" destId="{66AD6B71-B1EA-4475-8502-B905253E29F8}" srcOrd="0" destOrd="0" presId="urn:microsoft.com/office/officeart/2016/7/layout/VerticalHollowActionList"/>
    <dgm:cxn modelId="{5713C4B4-F68D-4FE4-B10B-4DFEF69A3972}" srcId="{32EDF8A8-1E3C-4239-93DB-AA7A52EDCF6B}" destId="{B8D57873-7FDD-40B2-ADD6-E2DA013EDA2B}" srcOrd="0" destOrd="0" parTransId="{15FB625A-3FE9-45A1-94E1-80DACD2D97B9}" sibTransId="{F510F19A-97F9-4A66-8D03-720FC9DA3968}"/>
    <dgm:cxn modelId="{4ED89DC6-C55C-4592-BB0F-492BCD7FFC34}" srcId="{FB7D3CBC-3E99-4345-91B5-1A1F2C6ADFDF}" destId="{E6B41752-1CB1-4AB0-9568-792913C0EFBB}" srcOrd="0" destOrd="0" parTransId="{E9253B3C-3FC0-4B0C-B425-37F4498FB07F}" sibTransId="{53AE0C17-C0B9-4010-ABBB-35D50312C116}"/>
    <dgm:cxn modelId="{918F49CF-2A57-49A5-8DB9-1CD3090F11AB}" type="presOf" srcId="{C6EFD968-20D8-46DF-AB29-0C3AB84FB722}" destId="{EADBB865-0E67-4C5F-B50D-9F74E45680B0}" srcOrd="0" destOrd="0" presId="urn:microsoft.com/office/officeart/2016/7/layout/VerticalHollowActionList"/>
    <dgm:cxn modelId="{460E2CE4-2C7D-4182-8C34-B5762FDB7DE2}" type="presOf" srcId="{E6B41752-1CB1-4AB0-9568-792913C0EFBB}" destId="{DD71CA02-4B2F-48F4-83FC-E427B398F172}" srcOrd="0" destOrd="0" presId="urn:microsoft.com/office/officeart/2016/7/layout/VerticalHollowActionList"/>
    <dgm:cxn modelId="{A17919F0-44A1-4AD9-9E1F-624B95B347F5}" srcId="{C6EFD968-20D8-46DF-AB29-0C3AB84FB722}" destId="{4FC8FA6D-3E79-4E77-B48E-2057017F3CC1}" srcOrd="0" destOrd="0" parTransId="{0C8BAA0E-E61D-4376-9E3D-F7D5427F382E}" sibTransId="{722A0AA1-C6D7-4AD0-9C1D-9778FDEA1C71}"/>
    <dgm:cxn modelId="{54950703-1DF1-4CF3-8486-67A7A305CA98}" type="presParOf" srcId="{2141C7C0-C6D8-45B6-9B97-93D40F00D90D}" destId="{89B812C1-8C7A-4FF1-9A2F-C321C86E8842}" srcOrd="0" destOrd="0" presId="urn:microsoft.com/office/officeart/2016/7/layout/VerticalHollowActionList"/>
    <dgm:cxn modelId="{909C0190-7670-4622-A747-E4ABC609AB95}" type="presParOf" srcId="{89B812C1-8C7A-4FF1-9A2F-C321C86E8842}" destId="{1EE5D1FD-B098-4F1E-AA29-BF973102003E}" srcOrd="0" destOrd="0" presId="urn:microsoft.com/office/officeart/2016/7/layout/VerticalHollowActionList"/>
    <dgm:cxn modelId="{A7FBC7CB-4033-47A1-8FF2-E772F7DA26EA}" type="presParOf" srcId="{89B812C1-8C7A-4FF1-9A2F-C321C86E8842}" destId="{0C11746B-FB3D-4A03-A20A-E344C7101A0B}" srcOrd="1" destOrd="0" presId="urn:microsoft.com/office/officeart/2016/7/layout/VerticalHollowActionList"/>
    <dgm:cxn modelId="{992A74AA-6159-427F-846B-8F87E06B2AF3}" type="presParOf" srcId="{2141C7C0-C6D8-45B6-9B97-93D40F00D90D}" destId="{5ED04F59-8A5B-4C99-BB90-2C8FA752FC93}" srcOrd="1" destOrd="0" presId="urn:microsoft.com/office/officeart/2016/7/layout/VerticalHollowActionList"/>
    <dgm:cxn modelId="{11E01470-2926-42E2-A1CD-D50ED53E7655}" type="presParOf" srcId="{2141C7C0-C6D8-45B6-9B97-93D40F00D90D}" destId="{96BDE842-C790-4DF0-80F1-6316B65D64FA}" srcOrd="2" destOrd="0" presId="urn:microsoft.com/office/officeart/2016/7/layout/VerticalHollowActionList"/>
    <dgm:cxn modelId="{5A4BB8D1-5986-4C11-99BB-900C591946FC}" type="presParOf" srcId="{96BDE842-C790-4DF0-80F1-6316B65D64FA}" destId="{0D44E2FC-FF5E-482C-91F4-119AD4945BBB}" srcOrd="0" destOrd="0" presId="urn:microsoft.com/office/officeart/2016/7/layout/VerticalHollowActionList"/>
    <dgm:cxn modelId="{BA58AF55-D3E0-4E95-BADA-C0AFBFB1405F}" type="presParOf" srcId="{96BDE842-C790-4DF0-80F1-6316B65D64FA}" destId="{DD71CA02-4B2F-48F4-83FC-E427B398F172}" srcOrd="1" destOrd="0" presId="urn:microsoft.com/office/officeart/2016/7/layout/VerticalHollowActionList"/>
    <dgm:cxn modelId="{FB71982D-7E26-458C-9DCA-FE96F06F205C}" type="presParOf" srcId="{2141C7C0-C6D8-45B6-9B97-93D40F00D90D}" destId="{26A0F8B0-6077-4D83-84B4-EA241A28FE68}" srcOrd="3" destOrd="0" presId="urn:microsoft.com/office/officeart/2016/7/layout/VerticalHollowActionList"/>
    <dgm:cxn modelId="{A18573AB-BF2E-4E29-A49D-3E919C6983EF}" type="presParOf" srcId="{2141C7C0-C6D8-45B6-9B97-93D40F00D90D}" destId="{9331A627-910F-4F5D-932A-D159107CF03E}" srcOrd="4" destOrd="0" presId="urn:microsoft.com/office/officeart/2016/7/layout/VerticalHollowActionList"/>
    <dgm:cxn modelId="{9F0FFED1-8713-4EF4-989A-2CE949571870}" type="presParOf" srcId="{9331A627-910F-4F5D-932A-D159107CF03E}" destId="{EADBB865-0E67-4C5F-B50D-9F74E45680B0}" srcOrd="0" destOrd="0" presId="urn:microsoft.com/office/officeart/2016/7/layout/VerticalHollowActionList"/>
    <dgm:cxn modelId="{6AD29674-91EC-46F9-9BCC-FBF88B74D79F}" type="presParOf" srcId="{9331A627-910F-4F5D-932A-D159107CF03E}" destId="{3BDD7365-C2D1-4278-868A-030090407FC0}" srcOrd="1" destOrd="0" presId="urn:microsoft.com/office/officeart/2016/7/layout/VerticalHollowActionList"/>
    <dgm:cxn modelId="{DE98E7B1-2AC5-4898-A4B0-26B792FD031E}" type="presParOf" srcId="{2141C7C0-C6D8-45B6-9B97-93D40F00D90D}" destId="{846BE776-07C2-4AF1-A303-EE5087FA6852}" srcOrd="5" destOrd="0" presId="urn:microsoft.com/office/officeart/2016/7/layout/VerticalHollowActionList"/>
    <dgm:cxn modelId="{1C41B909-4F53-4AA7-966A-AAA49EBD35B0}" type="presParOf" srcId="{2141C7C0-C6D8-45B6-9B97-93D40F00D90D}" destId="{DE7D0F00-25D4-401E-BB4C-824578815267}" srcOrd="6" destOrd="0" presId="urn:microsoft.com/office/officeart/2016/7/layout/VerticalHollowActionList"/>
    <dgm:cxn modelId="{7B6035E9-961E-422C-A106-65C8BEFD6DE9}" type="presParOf" srcId="{DE7D0F00-25D4-401E-BB4C-824578815267}" destId="{DD01DF38-E9F3-424D-910A-E599D793D7FE}" srcOrd="0" destOrd="0" presId="urn:microsoft.com/office/officeart/2016/7/layout/VerticalHollowActionList"/>
    <dgm:cxn modelId="{FE3BBD2D-491F-4C66-AB1A-BCDE3A372F40}" type="presParOf" srcId="{DE7D0F00-25D4-401E-BB4C-824578815267}" destId="{66AD6B71-B1EA-4475-8502-B905253E29F8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6351A5-1CC5-4F13-8A49-64F79544B54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702631F-4E9D-4FB9-B034-0765297DEB70}">
      <dgm:prSet/>
      <dgm:spPr/>
      <dgm:t>
        <a:bodyPr/>
        <a:lstStyle/>
        <a:p>
          <a:r>
            <a:rPr lang="en-GB"/>
            <a:t>Python</a:t>
          </a:r>
          <a:endParaRPr lang="en-US"/>
        </a:p>
      </dgm:t>
    </dgm:pt>
    <dgm:pt modelId="{27AD51AF-0648-415E-B0C9-0A2A0D28D0E6}" type="parTrans" cxnId="{2CCFF226-3BE3-433B-B226-708F8F741D6E}">
      <dgm:prSet/>
      <dgm:spPr/>
      <dgm:t>
        <a:bodyPr/>
        <a:lstStyle/>
        <a:p>
          <a:endParaRPr lang="en-US"/>
        </a:p>
      </dgm:t>
    </dgm:pt>
    <dgm:pt modelId="{CC41135A-B41E-44B8-B96D-35040E6CF216}" type="sibTrans" cxnId="{2CCFF226-3BE3-433B-B226-708F8F741D6E}">
      <dgm:prSet/>
      <dgm:spPr/>
      <dgm:t>
        <a:bodyPr/>
        <a:lstStyle/>
        <a:p>
          <a:endParaRPr lang="en-US"/>
        </a:p>
      </dgm:t>
    </dgm:pt>
    <dgm:pt modelId="{2ECAA574-6825-405D-93B9-21938E1F9756}">
      <dgm:prSet/>
      <dgm:spPr/>
      <dgm:t>
        <a:bodyPr/>
        <a:lstStyle/>
        <a:p>
          <a:r>
            <a:rPr lang="en-GB"/>
            <a:t>NumPy, Pandas</a:t>
          </a:r>
          <a:endParaRPr lang="en-US"/>
        </a:p>
      </dgm:t>
    </dgm:pt>
    <dgm:pt modelId="{D5816510-7D20-4D47-A57A-68E5BFA9887A}" type="parTrans" cxnId="{BEE879C3-450D-43E4-BE2F-80ED0CAC4803}">
      <dgm:prSet/>
      <dgm:spPr/>
      <dgm:t>
        <a:bodyPr/>
        <a:lstStyle/>
        <a:p>
          <a:endParaRPr lang="en-US"/>
        </a:p>
      </dgm:t>
    </dgm:pt>
    <dgm:pt modelId="{1AF4A733-1094-4F27-A03D-DD41B83C85EA}" type="sibTrans" cxnId="{BEE879C3-450D-43E4-BE2F-80ED0CAC4803}">
      <dgm:prSet/>
      <dgm:spPr/>
      <dgm:t>
        <a:bodyPr/>
        <a:lstStyle/>
        <a:p>
          <a:endParaRPr lang="en-US"/>
        </a:p>
      </dgm:t>
    </dgm:pt>
    <dgm:pt modelId="{DDF9410E-C1E5-4D00-AF42-2414C81A1CB1}">
      <dgm:prSet/>
      <dgm:spPr/>
      <dgm:t>
        <a:bodyPr/>
        <a:lstStyle/>
        <a:p>
          <a:r>
            <a:rPr lang="en-GB"/>
            <a:t>Matplotlib</a:t>
          </a:r>
          <a:endParaRPr lang="en-US"/>
        </a:p>
      </dgm:t>
    </dgm:pt>
    <dgm:pt modelId="{67C7A41B-6469-4402-AC30-2C41370A4599}" type="parTrans" cxnId="{61800603-8854-4729-91E8-A2B72B56A423}">
      <dgm:prSet/>
      <dgm:spPr/>
      <dgm:t>
        <a:bodyPr/>
        <a:lstStyle/>
        <a:p>
          <a:endParaRPr lang="en-US"/>
        </a:p>
      </dgm:t>
    </dgm:pt>
    <dgm:pt modelId="{D5161E18-FC0B-422A-A8B6-C3176723B19B}" type="sibTrans" cxnId="{61800603-8854-4729-91E8-A2B72B56A423}">
      <dgm:prSet/>
      <dgm:spPr/>
      <dgm:t>
        <a:bodyPr/>
        <a:lstStyle/>
        <a:p>
          <a:endParaRPr lang="en-US"/>
        </a:p>
      </dgm:t>
    </dgm:pt>
    <dgm:pt modelId="{2A94BE01-0B32-448F-9540-3D7B6C9E262E}">
      <dgm:prSet/>
      <dgm:spPr/>
      <dgm:t>
        <a:bodyPr/>
        <a:lstStyle/>
        <a:p>
          <a:r>
            <a:rPr lang="en-GB"/>
            <a:t>Scikit-learn</a:t>
          </a:r>
          <a:endParaRPr lang="en-US"/>
        </a:p>
      </dgm:t>
    </dgm:pt>
    <dgm:pt modelId="{9557FB2D-EB3E-41B8-AAA5-83CBEDB12E2D}" type="parTrans" cxnId="{DAA46773-300C-46AE-8A6D-060595A1623E}">
      <dgm:prSet/>
      <dgm:spPr/>
      <dgm:t>
        <a:bodyPr/>
        <a:lstStyle/>
        <a:p>
          <a:endParaRPr lang="en-US"/>
        </a:p>
      </dgm:t>
    </dgm:pt>
    <dgm:pt modelId="{C89217B5-4FA9-46C2-9D63-745B6A3890BD}" type="sibTrans" cxnId="{DAA46773-300C-46AE-8A6D-060595A1623E}">
      <dgm:prSet/>
      <dgm:spPr/>
      <dgm:t>
        <a:bodyPr/>
        <a:lstStyle/>
        <a:p>
          <a:endParaRPr lang="en-US"/>
        </a:p>
      </dgm:t>
    </dgm:pt>
    <dgm:pt modelId="{68691727-DF34-4F68-B5B7-53482D16932B}">
      <dgm:prSet/>
      <dgm:spPr/>
      <dgm:t>
        <a:bodyPr/>
        <a:lstStyle/>
        <a:p>
          <a:r>
            <a:rPr lang="en-GB"/>
            <a:t>Jupyter Notebook</a:t>
          </a:r>
          <a:endParaRPr lang="en-US"/>
        </a:p>
      </dgm:t>
    </dgm:pt>
    <dgm:pt modelId="{62373FEA-4FF2-4837-93E1-1B8484FD9AD9}" type="parTrans" cxnId="{53482170-5C4F-4F02-9E4F-0FA19FAAA833}">
      <dgm:prSet/>
      <dgm:spPr/>
      <dgm:t>
        <a:bodyPr/>
        <a:lstStyle/>
        <a:p>
          <a:endParaRPr lang="en-US"/>
        </a:p>
      </dgm:t>
    </dgm:pt>
    <dgm:pt modelId="{8611D115-35D0-4CD2-9F86-5058731D414C}" type="sibTrans" cxnId="{53482170-5C4F-4F02-9E4F-0FA19FAAA833}">
      <dgm:prSet/>
      <dgm:spPr/>
      <dgm:t>
        <a:bodyPr/>
        <a:lstStyle/>
        <a:p>
          <a:endParaRPr lang="en-US"/>
        </a:p>
      </dgm:t>
    </dgm:pt>
    <dgm:pt modelId="{5FF62075-4709-4BB7-84E2-75518E6BEB57}">
      <dgm:prSet/>
      <dgm:spPr/>
      <dgm:t>
        <a:bodyPr/>
        <a:lstStyle/>
        <a:p>
          <a:r>
            <a:rPr lang="en-GB"/>
            <a:t>Git &amp; GitHub</a:t>
          </a:r>
          <a:endParaRPr lang="en-US"/>
        </a:p>
      </dgm:t>
    </dgm:pt>
    <dgm:pt modelId="{E986366E-0E47-4E53-8CDA-E56CFCF6813C}" type="parTrans" cxnId="{C587301F-730E-4EA4-8250-695B57EC91CF}">
      <dgm:prSet/>
      <dgm:spPr/>
      <dgm:t>
        <a:bodyPr/>
        <a:lstStyle/>
        <a:p>
          <a:endParaRPr lang="en-US"/>
        </a:p>
      </dgm:t>
    </dgm:pt>
    <dgm:pt modelId="{39D333B9-374F-4B50-8805-EE14B9643C13}" type="sibTrans" cxnId="{C587301F-730E-4EA4-8250-695B57EC91CF}">
      <dgm:prSet/>
      <dgm:spPr/>
      <dgm:t>
        <a:bodyPr/>
        <a:lstStyle/>
        <a:p>
          <a:endParaRPr lang="en-US"/>
        </a:p>
      </dgm:t>
    </dgm:pt>
    <dgm:pt modelId="{52BE4811-1886-4F17-9270-D704B418D6E3}" type="pres">
      <dgm:prSet presAssocID="{C96351A5-1CC5-4F13-8A49-64F79544B54B}" presName="diagram" presStyleCnt="0">
        <dgm:presLayoutVars>
          <dgm:dir/>
          <dgm:resizeHandles val="exact"/>
        </dgm:presLayoutVars>
      </dgm:prSet>
      <dgm:spPr/>
    </dgm:pt>
    <dgm:pt modelId="{F1BE52CE-D27F-490E-83B3-8E231EA2BE5C}" type="pres">
      <dgm:prSet presAssocID="{7702631F-4E9D-4FB9-B034-0765297DEB70}" presName="node" presStyleLbl="node1" presStyleIdx="0" presStyleCnt="6">
        <dgm:presLayoutVars>
          <dgm:bulletEnabled val="1"/>
        </dgm:presLayoutVars>
      </dgm:prSet>
      <dgm:spPr/>
    </dgm:pt>
    <dgm:pt modelId="{D422191C-A18A-4C32-AE1A-A26AEEABBF96}" type="pres">
      <dgm:prSet presAssocID="{CC41135A-B41E-44B8-B96D-35040E6CF216}" presName="sibTrans" presStyleCnt="0"/>
      <dgm:spPr/>
    </dgm:pt>
    <dgm:pt modelId="{474274DF-E93F-4E52-9452-EC13E0B65DE3}" type="pres">
      <dgm:prSet presAssocID="{2ECAA574-6825-405D-93B9-21938E1F9756}" presName="node" presStyleLbl="node1" presStyleIdx="1" presStyleCnt="6">
        <dgm:presLayoutVars>
          <dgm:bulletEnabled val="1"/>
        </dgm:presLayoutVars>
      </dgm:prSet>
      <dgm:spPr/>
    </dgm:pt>
    <dgm:pt modelId="{8F8AC51B-1D77-41F4-B6A3-211E6B056466}" type="pres">
      <dgm:prSet presAssocID="{1AF4A733-1094-4F27-A03D-DD41B83C85EA}" presName="sibTrans" presStyleCnt="0"/>
      <dgm:spPr/>
    </dgm:pt>
    <dgm:pt modelId="{7C47463B-413D-440C-A13F-38A562F450CD}" type="pres">
      <dgm:prSet presAssocID="{DDF9410E-C1E5-4D00-AF42-2414C81A1CB1}" presName="node" presStyleLbl="node1" presStyleIdx="2" presStyleCnt="6">
        <dgm:presLayoutVars>
          <dgm:bulletEnabled val="1"/>
        </dgm:presLayoutVars>
      </dgm:prSet>
      <dgm:spPr/>
    </dgm:pt>
    <dgm:pt modelId="{37AEE969-62F9-4E11-8861-BF6640D70214}" type="pres">
      <dgm:prSet presAssocID="{D5161E18-FC0B-422A-A8B6-C3176723B19B}" presName="sibTrans" presStyleCnt="0"/>
      <dgm:spPr/>
    </dgm:pt>
    <dgm:pt modelId="{30920453-C0FC-4C51-96F5-FBAEAD4CD905}" type="pres">
      <dgm:prSet presAssocID="{2A94BE01-0B32-448F-9540-3D7B6C9E262E}" presName="node" presStyleLbl="node1" presStyleIdx="3" presStyleCnt="6">
        <dgm:presLayoutVars>
          <dgm:bulletEnabled val="1"/>
        </dgm:presLayoutVars>
      </dgm:prSet>
      <dgm:spPr/>
    </dgm:pt>
    <dgm:pt modelId="{5D096453-89B6-4FAE-A4FC-B242AEA8501A}" type="pres">
      <dgm:prSet presAssocID="{C89217B5-4FA9-46C2-9D63-745B6A3890BD}" presName="sibTrans" presStyleCnt="0"/>
      <dgm:spPr/>
    </dgm:pt>
    <dgm:pt modelId="{7D58734D-6580-43E3-B92D-FAA5B631711E}" type="pres">
      <dgm:prSet presAssocID="{68691727-DF34-4F68-B5B7-53482D16932B}" presName="node" presStyleLbl="node1" presStyleIdx="4" presStyleCnt="6">
        <dgm:presLayoutVars>
          <dgm:bulletEnabled val="1"/>
        </dgm:presLayoutVars>
      </dgm:prSet>
      <dgm:spPr/>
    </dgm:pt>
    <dgm:pt modelId="{8948878D-9432-44E0-A909-4E30114ACB39}" type="pres">
      <dgm:prSet presAssocID="{8611D115-35D0-4CD2-9F86-5058731D414C}" presName="sibTrans" presStyleCnt="0"/>
      <dgm:spPr/>
    </dgm:pt>
    <dgm:pt modelId="{FBC53CA3-5D1E-44B9-84FC-1398CD7E87D8}" type="pres">
      <dgm:prSet presAssocID="{5FF62075-4709-4BB7-84E2-75518E6BEB57}" presName="node" presStyleLbl="node1" presStyleIdx="5" presStyleCnt="6">
        <dgm:presLayoutVars>
          <dgm:bulletEnabled val="1"/>
        </dgm:presLayoutVars>
      </dgm:prSet>
      <dgm:spPr/>
    </dgm:pt>
  </dgm:ptLst>
  <dgm:cxnLst>
    <dgm:cxn modelId="{61800603-8854-4729-91E8-A2B72B56A423}" srcId="{C96351A5-1CC5-4F13-8A49-64F79544B54B}" destId="{DDF9410E-C1E5-4D00-AF42-2414C81A1CB1}" srcOrd="2" destOrd="0" parTransId="{67C7A41B-6469-4402-AC30-2C41370A4599}" sibTransId="{D5161E18-FC0B-422A-A8B6-C3176723B19B}"/>
    <dgm:cxn modelId="{C587301F-730E-4EA4-8250-695B57EC91CF}" srcId="{C96351A5-1CC5-4F13-8A49-64F79544B54B}" destId="{5FF62075-4709-4BB7-84E2-75518E6BEB57}" srcOrd="5" destOrd="0" parTransId="{E986366E-0E47-4E53-8CDA-E56CFCF6813C}" sibTransId="{39D333B9-374F-4B50-8805-EE14B9643C13}"/>
    <dgm:cxn modelId="{0AE37921-D4CB-4717-9DAC-BF8A407CCE07}" type="presOf" srcId="{2A94BE01-0B32-448F-9540-3D7B6C9E262E}" destId="{30920453-C0FC-4C51-96F5-FBAEAD4CD905}" srcOrd="0" destOrd="0" presId="urn:microsoft.com/office/officeart/2005/8/layout/default"/>
    <dgm:cxn modelId="{2CCFF226-3BE3-433B-B226-708F8F741D6E}" srcId="{C96351A5-1CC5-4F13-8A49-64F79544B54B}" destId="{7702631F-4E9D-4FB9-B034-0765297DEB70}" srcOrd="0" destOrd="0" parTransId="{27AD51AF-0648-415E-B0C9-0A2A0D28D0E6}" sibTransId="{CC41135A-B41E-44B8-B96D-35040E6CF216}"/>
    <dgm:cxn modelId="{3630275D-B059-4684-89BB-20F7486A6BA1}" type="presOf" srcId="{68691727-DF34-4F68-B5B7-53482D16932B}" destId="{7D58734D-6580-43E3-B92D-FAA5B631711E}" srcOrd="0" destOrd="0" presId="urn:microsoft.com/office/officeart/2005/8/layout/default"/>
    <dgm:cxn modelId="{53482170-5C4F-4F02-9E4F-0FA19FAAA833}" srcId="{C96351A5-1CC5-4F13-8A49-64F79544B54B}" destId="{68691727-DF34-4F68-B5B7-53482D16932B}" srcOrd="4" destOrd="0" parTransId="{62373FEA-4FF2-4837-93E1-1B8484FD9AD9}" sibTransId="{8611D115-35D0-4CD2-9F86-5058731D414C}"/>
    <dgm:cxn modelId="{AC54F950-F959-4A09-8AD7-D482A72D6412}" type="presOf" srcId="{2ECAA574-6825-405D-93B9-21938E1F9756}" destId="{474274DF-E93F-4E52-9452-EC13E0B65DE3}" srcOrd="0" destOrd="0" presId="urn:microsoft.com/office/officeart/2005/8/layout/default"/>
    <dgm:cxn modelId="{DAA46773-300C-46AE-8A6D-060595A1623E}" srcId="{C96351A5-1CC5-4F13-8A49-64F79544B54B}" destId="{2A94BE01-0B32-448F-9540-3D7B6C9E262E}" srcOrd="3" destOrd="0" parTransId="{9557FB2D-EB3E-41B8-AAA5-83CBEDB12E2D}" sibTransId="{C89217B5-4FA9-46C2-9D63-745B6A3890BD}"/>
    <dgm:cxn modelId="{A8F23379-7615-488B-9857-001A57580AA8}" type="presOf" srcId="{5FF62075-4709-4BB7-84E2-75518E6BEB57}" destId="{FBC53CA3-5D1E-44B9-84FC-1398CD7E87D8}" srcOrd="0" destOrd="0" presId="urn:microsoft.com/office/officeart/2005/8/layout/default"/>
    <dgm:cxn modelId="{9DA46CBE-4DE0-4E0B-88EF-B6EEC8B2BA72}" type="presOf" srcId="{7702631F-4E9D-4FB9-B034-0765297DEB70}" destId="{F1BE52CE-D27F-490E-83B3-8E231EA2BE5C}" srcOrd="0" destOrd="0" presId="urn:microsoft.com/office/officeart/2005/8/layout/default"/>
    <dgm:cxn modelId="{6F8319C0-9025-4821-B5D1-06B357AD6BF5}" type="presOf" srcId="{DDF9410E-C1E5-4D00-AF42-2414C81A1CB1}" destId="{7C47463B-413D-440C-A13F-38A562F450CD}" srcOrd="0" destOrd="0" presId="urn:microsoft.com/office/officeart/2005/8/layout/default"/>
    <dgm:cxn modelId="{BEE879C3-450D-43E4-BE2F-80ED0CAC4803}" srcId="{C96351A5-1CC5-4F13-8A49-64F79544B54B}" destId="{2ECAA574-6825-405D-93B9-21938E1F9756}" srcOrd="1" destOrd="0" parTransId="{D5816510-7D20-4D47-A57A-68E5BFA9887A}" sibTransId="{1AF4A733-1094-4F27-A03D-DD41B83C85EA}"/>
    <dgm:cxn modelId="{56388DDC-D7DB-488E-B606-8035D0FDB1C8}" type="presOf" srcId="{C96351A5-1CC5-4F13-8A49-64F79544B54B}" destId="{52BE4811-1886-4F17-9270-D704B418D6E3}" srcOrd="0" destOrd="0" presId="urn:microsoft.com/office/officeart/2005/8/layout/default"/>
    <dgm:cxn modelId="{24E6D99B-1CCC-42AB-9F58-164D7C3F7011}" type="presParOf" srcId="{52BE4811-1886-4F17-9270-D704B418D6E3}" destId="{F1BE52CE-D27F-490E-83B3-8E231EA2BE5C}" srcOrd="0" destOrd="0" presId="urn:microsoft.com/office/officeart/2005/8/layout/default"/>
    <dgm:cxn modelId="{DB637F9F-1E70-4EB7-9880-11D264857486}" type="presParOf" srcId="{52BE4811-1886-4F17-9270-D704B418D6E3}" destId="{D422191C-A18A-4C32-AE1A-A26AEEABBF96}" srcOrd="1" destOrd="0" presId="urn:microsoft.com/office/officeart/2005/8/layout/default"/>
    <dgm:cxn modelId="{8B146B0B-28B7-4FFB-84DD-1A818711BB4F}" type="presParOf" srcId="{52BE4811-1886-4F17-9270-D704B418D6E3}" destId="{474274DF-E93F-4E52-9452-EC13E0B65DE3}" srcOrd="2" destOrd="0" presId="urn:microsoft.com/office/officeart/2005/8/layout/default"/>
    <dgm:cxn modelId="{3F37C6B1-C89C-4ABF-9DC7-15B05C453460}" type="presParOf" srcId="{52BE4811-1886-4F17-9270-D704B418D6E3}" destId="{8F8AC51B-1D77-41F4-B6A3-211E6B056466}" srcOrd="3" destOrd="0" presId="urn:microsoft.com/office/officeart/2005/8/layout/default"/>
    <dgm:cxn modelId="{FA0AD257-A1CF-4D77-8DA4-A58411D5252A}" type="presParOf" srcId="{52BE4811-1886-4F17-9270-D704B418D6E3}" destId="{7C47463B-413D-440C-A13F-38A562F450CD}" srcOrd="4" destOrd="0" presId="urn:microsoft.com/office/officeart/2005/8/layout/default"/>
    <dgm:cxn modelId="{098C08C2-C4C2-4FC1-A427-7943AF754F45}" type="presParOf" srcId="{52BE4811-1886-4F17-9270-D704B418D6E3}" destId="{37AEE969-62F9-4E11-8861-BF6640D70214}" srcOrd="5" destOrd="0" presId="urn:microsoft.com/office/officeart/2005/8/layout/default"/>
    <dgm:cxn modelId="{0B8BC459-814D-46E4-81E9-5DBA759AD9BD}" type="presParOf" srcId="{52BE4811-1886-4F17-9270-D704B418D6E3}" destId="{30920453-C0FC-4C51-96F5-FBAEAD4CD905}" srcOrd="6" destOrd="0" presId="urn:microsoft.com/office/officeart/2005/8/layout/default"/>
    <dgm:cxn modelId="{5DC1A769-02E2-4159-9D43-3B6D27A6930E}" type="presParOf" srcId="{52BE4811-1886-4F17-9270-D704B418D6E3}" destId="{5D096453-89B6-4FAE-A4FC-B242AEA8501A}" srcOrd="7" destOrd="0" presId="urn:microsoft.com/office/officeart/2005/8/layout/default"/>
    <dgm:cxn modelId="{B1ECAC9A-8BE2-475C-B23D-AD78D450DF06}" type="presParOf" srcId="{52BE4811-1886-4F17-9270-D704B418D6E3}" destId="{7D58734D-6580-43E3-B92D-FAA5B631711E}" srcOrd="8" destOrd="0" presId="urn:microsoft.com/office/officeart/2005/8/layout/default"/>
    <dgm:cxn modelId="{F4BBD53A-25B4-4171-A44C-718CB7E70648}" type="presParOf" srcId="{52BE4811-1886-4F17-9270-D704B418D6E3}" destId="{8948878D-9432-44E0-A909-4E30114ACB39}" srcOrd="9" destOrd="0" presId="urn:microsoft.com/office/officeart/2005/8/layout/default"/>
    <dgm:cxn modelId="{9D913FB6-003B-4830-9318-2D78EC0057E8}" type="presParOf" srcId="{52BE4811-1886-4F17-9270-D704B418D6E3}" destId="{FBC53CA3-5D1E-44B9-84FC-1398CD7E87D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11746B-FB3D-4A03-A20A-E344C7101A0B}">
      <dsp:nvSpPr>
        <dsp:cNvPr id="0" name=""/>
        <dsp:cNvSpPr/>
      </dsp:nvSpPr>
      <dsp:spPr>
        <a:xfrm>
          <a:off x="1991360" y="1785"/>
          <a:ext cx="7965440" cy="9250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552" tIns="234965" rIns="154552" bIns="23496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Build strong Python foundations for ML</a:t>
          </a:r>
        </a:p>
      </dsp:txBody>
      <dsp:txXfrm>
        <a:off x="1991360" y="1785"/>
        <a:ext cx="7965440" cy="925060"/>
      </dsp:txXfrm>
    </dsp:sp>
    <dsp:sp modelId="{1EE5D1FD-B098-4F1E-AA29-BF973102003E}">
      <dsp:nvSpPr>
        <dsp:cNvPr id="0" name=""/>
        <dsp:cNvSpPr/>
      </dsp:nvSpPr>
      <dsp:spPr>
        <a:xfrm>
          <a:off x="0" y="1785"/>
          <a:ext cx="1991360" cy="9250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376" tIns="91375" rIns="105376" bIns="913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Build</a:t>
          </a:r>
        </a:p>
      </dsp:txBody>
      <dsp:txXfrm>
        <a:off x="0" y="1785"/>
        <a:ext cx="1991360" cy="925060"/>
      </dsp:txXfrm>
    </dsp:sp>
    <dsp:sp modelId="{DD71CA02-4B2F-48F4-83FC-E427B398F172}">
      <dsp:nvSpPr>
        <dsp:cNvPr id="0" name=""/>
        <dsp:cNvSpPr/>
      </dsp:nvSpPr>
      <dsp:spPr>
        <a:xfrm>
          <a:off x="1991360" y="982350"/>
          <a:ext cx="7965440" cy="9250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552" tIns="234965" rIns="154552" bIns="23496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Understand end-to-end ML workflow</a:t>
          </a:r>
        </a:p>
      </dsp:txBody>
      <dsp:txXfrm>
        <a:off x="1991360" y="982350"/>
        <a:ext cx="7965440" cy="925060"/>
      </dsp:txXfrm>
    </dsp:sp>
    <dsp:sp modelId="{0D44E2FC-FF5E-482C-91F4-119AD4945BBB}">
      <dsp:nvSpPr>
        <dsp:cNvPr id="0" name=""/>
        <dsp:cNvSpPr/>
      </dsp:nvSpPr>
      <dsp:spPr>
        <a:xfrm>
          <a:off x="0" y="982350"/>
          <a:ext cx="1991360" cy="9250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376" tIns="91375" rIns="105376" bIns="913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Understand</a:t>
          </a:r>
        </a:p>
      </dsp:txBody>
      <dsp:txXfrm>
        <a:off x="0" y="982350"/>
        <a:ext cx="1991360" cy="925060"/>
      </dsp:txXfrm>
    </dsp:sp>
    <dsp:sp modelId="{3BDD7365-C2D1-4278-868A-030090407FC0}">
      <dsp:nvSpPr>
        <dsp:cNvPr id="0" name=""/>
        <dsp:cNvSpPr/>
      </dsp:nvSpPr>
      <dsp:spPr>
        <a:xfrm>
          <a:off x="1991360" y="1962914"/>
          <a:ext cx="7965440" cy="9250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552" tIns="234965" rIns="154552" bIns="23496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Apply theory using hands-on practice</a:t>
          </a:r>
        </a:p>
      </dsp:txBody>
      <dsp:txXfrm>
        <a:off x="1991360" y="1962914"/>
        <a:ext cx="7965440" cy="925060"/>
      </dsp:txXfrm>
    </dsp:sp>
    <dsp:sp modelId="{EADBB865-0E67-4C5F-B50D-9F74E45680B0}">
      <dsp:nvSpPr>
        <dsp:cNvPr id="0" name=""/>
        <dsp:cNvSpPr/>
      </dsp:nvSpPr>
      <dsp:spPr>
        <a:xfrm>
          <a:off x="0" y="1962914"/>
          <a:ext cx="1991360" cy="9250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376" tIns="91375" rIns="105376" bIns="913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Apply</a:t>
          </a:r>
        </a:p>
      </dsp:txBody>
      <dsp:txXfrm>
        <a:off x="0" y="1962914"/>
        <a:ext cx="1991360" cy="925060"/>
      </dsp:txXfrm>
    </dsp:sp>
    <dsp:sp modelId="{66AD6B71-B1EA-4475-8502-B905253E29F8}">
      <dsp:nvSpPr>
        <dsp:cNvPr id="0" name=""/>
        <dsp:cNvSpPr/>
      </dsp:nvSpPr>
      <dsp:spPr>
        <a:xfrm>
          <a:off x="1991360" y="2943478"/>
          <a:ext cx="7965440" cy="9250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552" tIns="234965" rIns="154552" bIns="23496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Maintain reproducible and version-controlled work</a:t>
          </a:r>
        </a:p>
      </dsp:txBody>
      <dsp:txXfrm>
        <a:off x="1991360" y="2943478"/>
        <a:ext cx="7965440" cy="925060"/>
      </dsp:txXfrm>
    </dsp:sp>
    <dsp:sp modelId="{DD01DF38-E9F3-424D-910A-E599D793D7FE}">
      <dsp:nvSpPr>
        <dsp:cNvPr id="0" name=""/>
        <dsp:cNvSpPr/>
      </dsp:nvSpPr>
      <dsp:spPr>
        <a:xfrm>
          <a:off x="0" y="2943478"/>
          <a:ext cx="1991360" cy="9250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376" tIns="91375" rIns="105376" bIns="913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Maintain</a:t>
          </a:r>
        </a:p>
      </dsp:txBody>
      <dsp:txXfrm>
        <a:off x="0" y="2943478"/>
        <a:ext cx="1991360" cy="925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E52CE-D27F-490E-83B3-8E231EA2BE5C}">
      <dsp:nvSpPr>
        <dsp:cNvPr id="0" name=""/>
        <dsp:cNvSpPr/>
      </dsp:nvSpPr>
      <dsp:spPr>
        <a:xfrm>
          <a:off x="217805" y="1170"/>
          <a:ext cx="2975371" cy="17852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/>
            <a:t>Python</a:t>
          </a:r>
          <a:endParaRPr lang="en-US" sz="4500" kern="1200"/>
        </a:p>
      </dsp:txBody>
      <dsp:txXfrm>
        <a:off x="217805" y="1170"/>
        <a:ext cx="2975371" cy="1785223"/>
      </dsp:txXfrm>
    </dsp:sp>
    <dsp:sp modelId="{474274DF-E93F-4E52-9452-EC13E0B65DE3}">
      <dsp:nvSpPr>
        <dsp:cNvPr id="0" name=""/>
        <dsp:cNvSpPr/>
      </dsp:nvSpPr>
      <dsp:spPr>
        <a:xfrm>
          <a:off x="3490714" y="1170"/>
          <a:ext cx="2975371" cy="17852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/>
            <a:t>NumPy, Pandas</a:t>
          </a:r>
          <a:endParaRPr lang="en-US" sz="4500" kern="1200"/>
        </a:p>
      </dsp:txBody>
      <dsp:txXfrm>
        <a:off x="3490714" y="1170"/>
        <a:ext cx="2975371" cy="1785223"/>
      </dsp:txXfrm>
    </dsp:sp>
    <dsp:sp modelId="{7C47463B-413D-440C-A13F-38A562F450CD}">
      <dsp:nvSpPr>
        <dsp:cNvPr id="0" name=""/>
        <dsp:cNvSpPr/>
      </dsp:nvSpPr>
      <dsp:spPr>
        <a:xfrm>
          <a:off x="6763623" y="1170"/>
          <a:ext cx="2975371" cy="17852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/>
            <a:t>Matplotlib</a:t>
          </a:r>
          <a:endParaRPr lang="en-US" sz="4500" kern="1200"/>
        </a:p>
      </dsp:txBody>
      <dsp:txXfrm>
        <a:off x="6763623" y="1170"/>
        <a:ext cx="2975371" cy="1785223"/>
      </dsp:txXfrm>
    </dsp:sp>
    <dsp:sp modelId="{30920453-C0FC-4C51-96F5-FBAEAD4CD905}">
      <dsp:nvSpPr>
        <dsp:cNvPr id="0" name=""/>
        <dsp:cNvSpPr/>
      </dsp:nvSpPr>
      <dsp:spPr>
        <a:xfrm>
          <a:off x="217805" y="2083931"/>
          <a:ext cx="2975371" cy="17852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/>
            <a:t>Scikit-learn</a:t>
          </a:r>
          <a:endParaRPr lang="en-US" sz="4500" kern="1200"/>
        </a:p>
      </dsp:txBody>
      <dsp:txXfrm>
        <a:off x="217805" y="2083931"/>
        <a:ext cx="2975371" cy="1785223"/>
      </dsp:txXfrm>
    </dsp:sp>
    <dsp:sp modelId="{7D58734D-6580-43E3-B92D-FAA5B631711E}">
      <dsp:nvSpPr>
        <dsp:cNvPr id="0" name=""/>
        <dsp:cNvSpPr/>
      </dsp:nvSpPr>
      <dsp:spPr>
        <a:xfrm>
          <a:off x="3490714" y="2083931"/>
          <a:ext cx="2975371" cy="17852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/>
            <a:t>Jupyter Notebook</a:t>
          </a:r>
          <a:endParaRPr lang="en-US" sz="4500" kern="1200"/>
        </a:p>
      </dsp:txBody>
      <dsp:txXfrm>
        <a:off x="3490714" y="2083931"/>
        <a:ext cx="2975371" cy="1785223"/>
      </dsp:txXfrm>
    </dsp:sp>
    <dsp:sp modelId="{FBC53CA3-5D1E-44B9-84FC-1398CD7E87D8}">
      <dsp:nvSpPr>
        <dsp:cNvPr id="0" name=""/>
        <dsp:cNvSpPr/>
      </dsp:nvSpPr>
      <dsp:spPr>
        <a:xfrm>
          <a:off x="6763623" y="2083931"/>
          <a:ext cx="2975371" cy="17852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/>
            <a:t>Git &amp; GitHub</a:t>
          </a:r>
          <a:endParaRPr lang="en-US" sz="4500" kern="1200"/>
        </a:p>
      </dsp:txBody>
      <dsp:txXfrm>
        <a:off x="6763623" y="2083931"/>
        <a:ext cx="2975371" cy="17852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486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309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409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0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64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06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121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1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63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99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608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77EE280-DBBC-78BD-8C8E-79B4FD7454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5854" r="-2" b="9625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1238" y="2213287"/>
            <a:ext cx="9049524" cy="1213304"/>
          </a:xfrm>
        </p:spPr>
        <p:txBody>
          <a:bodyPr>
            <a:normAutofit/>
          </a:bodyPr>
          <a:lstStyle/>
          <a:p>
            <a:r>
              <a:rPr lang="en-GB" sz="5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Machine Learning Internship </a:t>
            </a:r>
            <a:endParaRPr lang="en-US" sz="54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Name: Mohammad Alquamah Ansari</a:t>
            </a:r>
          </a:p>
          <a:p>
            <a:pPr>
              <a:lnSpc>
                <a:spcPct val="110000"/>
              </a:lnSpc>
            </a:pPr>
            <a:r>
              <a:rPr lang="en-GB" sz="2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Tools: Python, NumPy, Pandas, Matplotlib, Scikit-learn, Jupyter, Git &amp; GitHub</a:t>
            </a:r>
            <a:endParaRPr lang="en-GB" sz="220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endParaRPr lang="en-GB" sz="2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9DD4-F221-F4CB-D165-AB9CE202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GB"/>
              <a:t>Objective</a:t>
            </a:r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30317DC-20AD-2D6D-4B71-19CC5FA34F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4963" y="2306638"/>
          <a:ext cx="9956800" cy="3870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3723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579DA-8DE4-9352-1031-3E4585393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>
                <a:latin typeface="Segoe UI Semibold"/>
                <a:cs typeface="Segoe UI Semibold"/>
              </a:rPr>
              <a:t>Learning Approach</a:t>
            </a:r>
            <a:endParaRPr lang="en-US"/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76516-B719-6A55-D4BD-3B58E9F7A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200">
                <a:latin typeface="Calibri"/>
                <a:ea typeface="Calibri"/>
                <a:cs typeface="Calibri"/>
              </a:rPr>
              <a:t>Day-wise structured learning</a:t>
            </a:r>
            <a:endParaRPr lang="en-GB" sz="2200"/>
          </a:p>
          <a:p>
            <a:r>
              <a:rPr lang="en-GB" sz="2200">
                <a:latin typeface="Calibri"/>
                <a:ea typeface="Calibri"/>
                <a:cs typeface="Calibri"/>
              </a:rPr>
              <a:t>Concept-first, implementation-focused</a:t>
            </a:r>
            <a:endParaRPr lang="en-GB" sz="2200"/>
          </a:p>
          <a:p>
            <a:r>
              <a:rPr lang="en-GB" sz="2200">
                <a:latin typeface="Calibri"/>
                <a:ea typeface="Calibri"/>
                <a:cs typeface="Calibri"/>
              </a:rPr>
              <a:t>Gradual increase in complexity</a:t>
            </a:r>
            <a:endParaRPr lang="en-GB" sz="2200"/>
          </a:p>
          <a:p>
            <a:r>
              <a:rPr lang="en-GB" sz="2200">
                <a:latin typeface="Calibri"/>
                <a:ea typeface="Calibri"/>
                <a:cs typeface="Calibri"/>
              </a:rPr>
              <a:t>Daily GitHub commits</a:t>
            </a:r>
            <a:endParaRPr lang="en-GB" sz="1800"/>
          </a:p>
          <a:p>
            <a:endParaRPr lang="en-GB" sz="180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5BB26DF1-9C9C-B039-2350-F85338D18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68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6A99-A370-7882-51B8-AF9F39DC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GB" sz="2800">
                <a:latin typeface="Segoe UI Semibold"/>
                <a:cs typeface="Segoe UI Semibold"/>
              </a:rPr>
              <a:t>Tools &amp; Environment</a:t>
            </a:r>
            <a:endParaRPr lang="en-US"/>
          </a:p>
          <a:p>
            <a:pPr algn="ctr"/>
            <a:endParaRPr lang="en-GB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E21F5E6-C444-5BFD-F8C4-FE17F3A304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4963" y="2306638"/>
          <a:ext cx="9956800" cy="3870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9105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EF9F-CE15-24FA-B740-D26364D6D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802" y="603504"/>
            <a:ext cx="5577902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>
                <a:latin typeface="Segoe UI Semibold"/>
                <a:cs typeface="Segoe UI Semibold"/>
              </a:rPr>
              <a:t>Topics Covered</a:t>
            </a:r>
            <a:endParaRPr lang="en-US"/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B0CA7-A46F-8894-747B-4D158F6A8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802" y="2212848"/>
            <a:ext cx="5577902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200">
                <a:latin typeface="Calibri"/>
                <a:ea typeface="Calibri"/>
                <a:cs typeface="Calibri"/>
              </a:rPr>
              <a:t>• Python &amp; File Handling</a:t>
            </a:r>
            <a:endParaRPr lang="en-GB" sz="2200"/>
          </a:p>
          <a:p>
            <a:pPr marL="0" indent="0">
              <a:buNone/>
            </a:pPr>
            <a:r>
              <a:rPr lang="en-GB" sz="2200">
                <a:latin typeface="Calibri"/>
                <a:ea typeface="Calibri"/>
                <a:cs typeface="Calibri"/>
              </a:rPr>
              <a:t>• Statistics &amp; Correlation</a:t>
            </a:r>
            <a:endParaRPr lang="en-GB" sz="2200"/>
          </a:p>
          <a:p>
            <a:pPr marL="0" indent="0">
              <a:buNone/>
            </a:pPr>
            <a:r>
              <a:rPr lang="en-GB" sz="2200">
                <a:latin typeface="Calibri"/>
                <a:ea typeface="Calibri"/>
                <a:cs typeface="Calibri"/>
              </a:rPr>
              <a:t>• Data Preprocessing</a:t>
            </a:r>
            <a:endParaRPr lang="en-GB" sz="2200"/>
          </a:p>
          <a:p>
            <a:pPr marL="0" indent="0">
              <a:buNone/>
            </a:pPr>
            <a:r>
              <a:rPr lang="en-GB" sz="2200">
                <a:latin typeface="Calibri"/>
                <a:ea typeface="Calibri"/>
                <a:cs typeface="Calibri"/>
              </a:rPr>
              <a:t>• Feature Engineering</a:t>
            </a:r>
            <a:endParaRPr lang="en-GB" sz="2200"/>
          </a:p>
          <a:p>
            <a:pPr marL="0" indent="0">
              <a:buNone/>
            </a:pPr>
            <a:r>
              <a:rPr lang="en-GB" sz="2200">
                <a:latin typeface="Calibri"/>
                <a:ea typeface="Calibri"/>
                <a:cs typeface="Calibri"/>
              </a:rPr>
              <a:t>• Regression Models</a:t>
            </a:r>
            <a:endParaRPr lang="en-GB" sz="2200"/>
          </a:p>
          <a:p>
            <a:pPr marL="0" indent="0">
              <a:buNone/>
            </a:pPr>
            <a:endParaRPr lang="en-GB" sz="1800"/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A313C669-6BCA-6262-A4A5-1BE6B3880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0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2239-D5F0-4488-9625-4CFB296D4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>
                <a:latin typeface="Segoe UI Semibold"/>
                <a:cs typeface="Segoe UI Semibold"/>
              </a:rPr>
              <a:t>Regression &amp; Evaluation</a:t>
            </a:r>
            <a:endParaRPr lang="en-US"/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0FA96-48E8-96D2-ADD9-2DC7240A5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Linear &amp; Polynomial Regression</a:t>
            </a:r>
            <a:endParaRPr lang="en-GB" sz="2400"/>
          </a:p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Overfitting vs Underfitting</a:t>
            </a:r>
            <a:endParaRPr lang="en-GB" sz="2400"/>
          </a:p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Train vs Test Performance</a:t>
            </a:r>
            <a:endParaRPr lang="en-GB" sz="2400"/>
          </a:p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Bias–Variance Understanding</a:t>
            </a:r>
            <a:endParaRPr lang="en-GB" sz="2400"/>
          </a:p>
          <a:p>
            <a:pPr marL="0" indent="0">
              <a:buNone/>
            </a:pPr>
            <a:endParaRPr lang="en-GB" sz="1800"/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A72FDF1C-2B16-7A86-7191-27C894E15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13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76E3-C09E-F25D-7838-888505DB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802" y="603504"/>
            <a:ext cx="5577902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>
                <a:latin typeface="Segoe UI Semibold"/>
                <a:cs typeface="Segoe UI Semibold"/>
              </a:rPr>
              <a:t>GitHub &amp; Documentation</a:t>
            </a:r>
            <a:endParaRPr lang="en-US"/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B4E99-B22A-44AD-B180-0F5EBEDBA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802" y="2212848"/>
            <a:ext cx="5577902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Daily commits</a:t>
            </a:r>
            <a:endParaRPr lang="en-GB" sz="2400" dirty="0"/>
          </a:p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Structured notebooks</a:t>
            </a:r>
            <a:endParaRPr lang="en-GB" sz="2400" dirty="0"/>
          </a:p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Separate datasets folder</a:t>
            </a:r>
            <a:endParaRPr lang="en-GB" sz="2400" dirty="0"/>
          </a:p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Reproducible workflow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7" name="Graphic 6" descr="Open Source">
            <a:extLst>
              <a:ext uri="{FF2B5EF4-FFF2-40B4-BE49-F238E27FC236}">
                <a16:creationId xmlns:a16="http://schemas.microsoft.com/office/drawing/2014/main" id="{5B15499C-33A1-F432-06EF-C7991CE0B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4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5AC3-95C0-9C12-4B4A-E09345DA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>
                <a:latin typeface="Segoe UI Semibold"/>
                <a:cs typeface="Segoe UI Semibold"/>
              </a:rPr>
              <a:t>Key Learnings &amp; Challenges</a:t>
            </a:r>
            <a:endParaRPr lang="en-US"/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2ABC-8C04-B467-8AFF-73AA1EF27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Importance of clean data</a:t>
            </a:r>
            <a:endParaRPr lang="en-GB" sz="2400"/>
          </a:p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Preprocessing impacts model performance</a:t>
            </a:r>
            <a:endParaRPr lang="en-GB" sz="2400"/>
          </a:p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Debugging data issues</a:t>
            </a:r>
            <a:endParaRPr lang="en-GB" sz="2400"/>
          </a:p>
          <a:p>
            <a:pPr marL="0" indent="0"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Solved through iteration &amp; practice</a:t>
            </a:r>
            <a:endParaRPr lang="en-GB" sz="2400"/>
          </a:p>
          <a:p>
            <a:pPr marL="0" indent="0">
              <a:buNone/>
            </a:pPr>
            <a:endParaRPr lang="en-GB" sz="1800"/>
          </a:p>
        </p:txBody>
      </p:sp>
      <p:pic>
        <p:nvPicPr>
          <p:cNvPr id="7" name="Graphic 6" descr="Gears">
            <a:extLst>
              <a:ext uri="{FF2B5EF4-FFF2-40B4-BE49-F238E27FC236}">
                <a16:creationId xmlns:a16="http://schemas.microsoft.com/office/drawing/2014/main" id="{077ED689-E8F4-B292-CBFF-DCD0CBF88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76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288C-E152-6A13-66D5-6A37CB342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3200">
                <a:latin typeface="Segoe UI Semibold"/>
                <a:cs typeface="Segoe UI Semibold"/>
              </a:rPr>
              <a:t>Future Scope</a:t>
            </a:r>
            <a:endParaRPr lang="en-US" sz="3200"/>
          </a:p>
          <a:p>
            <a:pPr algn="ctr"/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4A0E7-9A0F-A993-D4C9-95328632C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2400" dirty="0">
                <a:latin typeface="Calibri"/>
                <a:ea typeface="Calibri"/>
                <a:cs typeface="Calibri"/>
              </a:rPr>
              <a:t>• Explore additional ML algorithms</a:t>
            </a:r>
            <a:endParaRPr lang="en-US" sz="2400"/>
          </a:p>
          <a:p>
            <a:pPr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Improve evaluation techniques</a:t>
            </a:r>
            <a:endParaRPr lang="en-GB" sz="2400" dirty="0"/>
          </a:p>
          <a:p>
            <a:pPr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Build end-to-end ML project</a:t>
            </a:r>
            <a:endParaRPr lang="en-GB" sz="2400" dirty="0"/>
          </a:p>
          <a:p>
            <a:pPr>
              <a:buNone/>
            </a:pPr>
            <a:r>
              <a:rPr lang="en-GB" sz="2400">
                <a:latin typeface="Calibri"/>
                <a:ea typeface="Calibri"/>
                <a:cs typeface="Calibri"/>
              </a:rPr>
              <a:t>• Strengthen theoretical foundations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43E70-ADAE-3026-C0B4-3B112853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CCD60-8014-4523-93B3-36B3439584F2}" type="datetime1"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F59BB-34D4-583F-8BBE-1712D3B9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7ABD2-6D27-733E-9DE4-980FE2AA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656609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DylanVTI</vt:lpstr>
      <vt:lpstr>Machine Learning Internship </vt:lpstr>
      <vt:lpstr>Objective</vt:lpstr>
      <vt:lpstr>Learning Approach </vt:lpstr>
      <vt:lpstr>Tools &amp; Environment </vt:lpstr>
      <vt:lpstr>Topics Covered </vt:lpstr>
      <vt:lpstr>Regression &amp; Evaluation </vt:lpstr>
      <vt:lpstr>GitHub &amp; Documentation </vt:lpstr>
      <vt:lpstr>Key Learnings &amp; Challenges </vt:lpstr>
      <vt:lpstr>Future Scope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141</cp:revision>
  <dcterms:created xsi:type="dcterms:W3CDTF">2026-01-02T18:29:56Z</dcterms:created>
  <dcterms:modified xsi:type="dcterms:W3CDTF">2026-01-02T19:27:07Z</dcterms:modified>
</cp:coreProperties>
</file>